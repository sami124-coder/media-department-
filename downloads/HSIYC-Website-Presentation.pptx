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website as a welcoming digital home for the HSIYC Media &amp; Publicity Department. The department logo, blue environment, teal mascot, and coral details carry the identity consistently across the experience. The button opens the live website.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homepage provides a strong first impression and directs visitors toward activities, the team, the plan, and the vision. This slide contains an actual screenshot of the current website. The site aims to make the department easy to understand; no visitor or engagement metrics are being claimed.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colors are sampled from the current website styles. The presentation uses the same imagery and palette. The website itself uses Barlow Condensed headings and DM Sans body text; this editable presentation uses Arial for compatibility across PowerPoint installations. The PDF preserves the intended appearance.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three proposed activities currently shown on the site, not completed events. Visitors can filter by category and open each activity for its description and takeaways. Each scene is different while preserving the same mascot, palette, materials, and lighting.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directory reflects the hierarchy supplied by the department: Leader, Assistant leader, Consular, and Members. The actual website includes filters for Everyone, Leadership, and Members, plus profile dialogs. Names still need to be supplied. Role descriptions are suggestions and should be approved by the department.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plan is a proposed sequence, not a dated schedule or a record of completed work. Each phase can be opened on the website to see its tasks and intended output. The final phase is labeled Contribute in the website, with the title Share. Reflect. Grow.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proposed vision written for the site, awaiting department confirmation. It is expressed through three values: Every voice belongs; Curiosity makes us creative; Create with care. The paired mascots and shared globe visually reinforce connection and belonging.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site uses CSS motion around still images rather than interactive 3D models. Scene animation pauses when artwork is outside the viewport. A shared motion preference controls both header and footer buttons and persists locally. The mobile screenshot is an actual capture of the site. Responsive layout, filters, dialogs, focus behavior, imagery, and reduced-motion behavior have been tested.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a category filter, open an activity dialog, and show Find your place. The join form currently validates and downloads a draft introduction as a text file. There is no backend or connected submission service, so it does not send an application to the department. This limitation is also stated on the website.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opening the live site using the clickable link. The core design and interactions are published. Before treating it as the official department directory and activity plan, replace placeholder names, approve proposed content, and connect an official contact or application route. Website source: https://github.com/sami124-coder/Media-department-. Imagery: supplied HSIYC visual identity and matching generated website scenes. The department logo is an image-tool reproduction of the user-supplied reference, not the original source file. Screenshots captured from the current project.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sami124-coder.github.io/Media-department-/" TargetMode="Externa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sami124-coder.github.io/Media-department-/" TargetMode="External"/><Relationship Id="rId4"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1A43"/>
        </a:solidFill>
        <a:effectLst/>
      </p:bgPr>
    </p:bg>
    <p:spTree>
      <p:nvGrpSpPr>
        <p:cNvPr id="1" name=""/>
        <p:cNvGrpSpPr/>
        <p:nvPr/>
      </p:nvGrpSpPr>
      <p:grpSpPr/>
      <p:sp>
        <p:nvSpPr>
          <p:cNvPr id="2" name="TextBox 1"/>
          <p:cNvSpPr txBox="1"/>
          <p:nvPr/>
        </p:nvSpPr>
        <p:spPr>
          <a:xfrm>
            <a:off x="548640" y="259080"/>
            <a:ext cx="4953000" cy="222504"/>
          </a:xfrm>
          <a:prstGeom prst="rect">
            <a:avLst/>
          </a:prstGeom>
          <a:noFill/>
        </p:spPr>
        <p:txBody>
          <a:bodyPr wrap="none" lIns="0" rIns="0" tIns="0" bIns="0">
            <a:spAutoFit/>
          </a:bodyPr>
          <a:lstStyle/>
          <a:p>
            <a:pPr>
              <a:lnSpc>
                <a:spcPts val="1391"/>
              </a:lnSpc>
              <a:spcBef>
                <a:spcPts val="0"/>
              </a:spcBef>
              <a:spcAft>
                <a:spcPts val="0"/>
              </a:spcAft>
              <a:defRPr sz="1200" b="1">
                <a:solidFill>
                  <a:srgbClr val="7EE4D6"/>
                </a:solidFill>
                <a:latin typeface="Arial"/>
              </a:defRPr>
            </a:pPr>
            <a:r>
              <a:t>HSIYC / MEDIA &amp; PUBLICITY DEPARTMENT</a:t>
            </a:r>
          </a:p>
        </p:txBody>
      </p:sp>
      <p:sp>
        <p:nvSpPr>
          <p:cNvPr id="3" name="TextBox 2"/>
          <p:cNvSpPr txBox="1"/>
          <p:nvPr/>
        </p:nvSpPr>
        <p:spPr>
          <a:xfrm>
            <a:off x="8458200" y="274320"/>
            <a:ext cx="3200400" cy="204825"/>
          </a:xfrm>
          <a:prstGeom prst="rect">
            <a:avLst/>
          </a:prstGeom>
          <a:noFill/>
        </p:spPr>
        <p:txBody>
          <a:bodyPr wrap="none" lIns="0" rIns="0" tIns="0" bIns="0">
            <a:spAutoFit/>
          </a:bodyPr>
          <a:lstStyle/>
          <a:p>
            <a:pPr>
              <a:lnSpc>
                <a:spcPts val="1252"/>
              </a:lnSpc>
              <a:spcBef>
                <a:spcPts val="0"/>
              </a:spcBef>
              <a:spcAft>
                <a:spcPts val="0"/>
              </a:spcAft>
              <a:defRPr sz="1080" b="0">
                <a:solidFill>
                  <a:srgbClr val="C4D3EC"/>
                </a:solidFill>
                <a:latin typeface="Arial"/>
              </a:defRPr>
            </a:pPr>
            <a:r>
              <a:t>THE WEBSITE / INTRODUCTION</a:t>
            </a:r>
          </a:p>
        </p:txBody>
      </p:sp>
      <p:pic>
        <p:nvPicPr>
          <p:cNvPr id="4" name="Picture 3" descr="department-logo.png"/>
          <p:cNvPicPr>
            <a:picLocks noChangeAspect="1"/>
          </p:cNvPicPr>
          <p:nvPr/>
        </p:nvPicPr>
        <p:blipFill>
          <a:blip r:embed="rId2"/>
          <a:srcRect/>
          <a:stretch>
            <a:fillRect/>
          </a:stretch>
        </p:blipFill>
        <p:spPr>
          <a:xfrm>
            <a:off x="5775960" y="716280"/>
            <a:ext cx="5501640" cy="5501640"/>
          </a:xfrm>
          <a:prstGeom prst="rect">
            <a:avLst/>
          </a:prstGeom>
        </p:spPr>
      </p:pic>
      <p:sp>
        <p:nvSpPr>
          <p:cNvPr id="5" name="Rectangle 4"/>
          <p:cNvSpPr/>
          <p:nvPr/>
        </p:nvSpPr>
        <p:spPr>
          <a:xfrm>
            <a:off x="548640" y="975360"/>
            <a:ext cx="685800" cy="53340"/>
          </a:xfrm>
          <a:prstGeom prst="rect">
            <a:avLst/>
          </a:prstGeom>
          <a:solidFill>
            <a:srgbClr val="7EE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09700"/>
            <a:ext cx="5105400" cy="1320393"/>
          </a:xfrm>
          <a:prstGeom prst="rect">
            <a:avLst/>
          </a:prstGeom>
          <a:noFill/>
        </p:spPr>
        <p:txBody>
          <a:bodyPr wrap="none" lIns="0" rIns="0" tIns="0" bIns="0">
            <a:spAutoFit/>
          </a:bodyPr>
          <a:lstStyle/>
          <a:p>
            <a:pPr>
              <a:lnSpc>
                <a:spcPts val="5018"/>
              </a:lnSpc>
              <a:spcBef>
                <a:spcPts val="0"/>
              </a:spcBef>
              <a:spcAft>
                <a:spcPts val="0"/>
              </a:spcAft>
              <a:defRPr sz="4920" b="1">
                <a:solidFill>
                  <a:srgbClr val="F7F6EF"/>
                </a:solidFill>
                <a:latin typeface="Arial"/>
              </a:defRPr>
            </a:pPr>
            <a:r>
              <a:t>YOUR PEOPLE.</a:t>
            </a:r>
          </a:p>
          <a:p>
            <a:pPr>
              <a:lnSpc>
                <a:spcPts val="5018"/>
              </a:lnSpc>
              <a:spcBef>
                <a:spcPts val="0"/>
              </a:spcBef>
              <a:spcAft>
                <a:spcPts val="0"/>
              </a:spcAft>
              <a:defRPr sz="4920" b="1">
                <a:solidFill>
                  <a:srgbClr val="F7F6EF"/>
                </a:solidFill>
                <a:latin typeface="Arial"/>
              </a:defRPr>
            </a:pPr>
            <a:r>
              <a:t>YOUR STORIES.</a:t>
            </a:r>
          </a:p>
        </p:txBody>
      </p:sp>
      <p:sp>
        <p:nvSpPr>
          <p:cNvPr id="7" name="TextBox 6"/>
          <p:cNvSpPr txBox="1"/>
          <p:nvPr/>
        </p:nvSpPr>
        <p:spPr>
          <a:xfrm>
            <a:off x="548640" y="2781300"/>
            <a:ext cx="5105400" cy="770534"/>
          </a:xfrm>
          <a:prstGeom prst="rect">
            <a:avLst/>
          </a:prstGeom>
          <a:noFill/>
        </p:spPr>
        <p:txBody>
          <a:bodyPr wrap="none" lIns="0" rIns="0" tIns="0" bIns="0">
            <a:spAutoFit/>
          </a:bodyPr>
          <a:lstStyle/>
          <a:p>
            <a:pPr>
              <a:lnSpc>
                <a:spcPts val="5707"/>
              </a:lnSpc>
              <a:spcBef>
                <a:spcPts val="0"/>
              </a:spcBef>
              <a:spcAft>
                <a:spcPts val="0"/>
              </a:spcAft>
              <a:defRPr sz="4920" b="1">
                <a:solidFill>
                  <a:srgbClr val="7EE4D6"/>
                </a:solidFill>
                <a:latin typeface="Arial"/>
              </a:defRPr>
            </a:pPr>
            <a:r>
              <a:t>OUR WORLD.</a:t>
            </a:r>
          </a:p>
        </p:txBody>
      </p:sp>
      <p:sp>
        <p:nvSpPr>
          <p:cNvPr id="8" name="TextBox 7"/>
          <p:cNvSpPr txBox="1"/>
          <p:nvPr/>
        </p:nvSpPr>
        <p:spPr>
          <a:xfrm>
            <a:off x="579120" y="3733799"/>
            <a:ext cx="4648200" cy="523036"/>
          </a:xfrm>
          <a:prstGeom prst="rect">
            <a:avLst/>
          </a:prstGeom>
          <a:noFill/>
        </p:spPr>
        <p:txBody>
          <a:bodyPr wrap="none" lIns="0" rIns="0" tIns="0" bIns="0">
            <a:spAutoFit/>
          </a:bodyPr>
          <a:lstStyle/>
          <a:p>
            <a:pPr>
              <a:lnSpc>
                <a:spcPts val="1879"/>
              </a:lnSpc>
              <a:spcBef>
                <a:spcPts val="0"/>
              </a:spcBef>
              <a:spcAft>
                <a:spcPts val="0"/>
              </a:spcAft>
              <a:defRPr sz="1620" b="1">
                <a:solidFill>
                  <a:srgbClr val="F7F6EF"/>
                </a:solidFill>
                <a:latin typeface="Arial"/>
              </a:defRPr>
            </a:pPr>
            <a:r>
              <a:t>The HSIYC Media &amp; Publicity Department</a:t>
            </a:r>
          </a:p>
          <a:p>
            <a:pPr>
              <a:lnSpc>
                <a:spcPts val="1879"/>
              </a:lnSpc>
              <a:spcBef>
                <a:spcPts val="0"/>
              </a:spcBef>
              <a:spcAft>
                <a:spcPts val="0"/>
              </a:spcAft>
              <a:defRPr sz="1620" b="1">
                <a:solidFill>
                  <a:srgbClr val="F7F6EF"/>
                </a:solidFill>
                <a:latin typeface="Arial"/>
              </a:defRPr>
            </a:pPr>
            <a:r>
              <a:t>website</a:t>
            </a:r>
          </a:p>
        </p:txBody>
      </p:sp>
      <p:sp>
        <p:nvSpPr>
          <p:cNvPr id="9" name="TextBox 8"/>
          <p:cNvSpPr txBox="1"/>
          <p:nvPr/>
        </p:nvSpPr>
        <p:spPr>
          <a:xfrm>
            <a:off x="579120" y="4419600"/>
            <a:ext cx="4495800" cy="621792"/>
          </a:xfrm>
          <a:prstGeom prst="rect">
            <a:avLst/>
          </a:prstGeom>
          <a:noFill/>
        </p:spPr>
        <p:txBody>
          <a:bodyPr wrap="none" lIns="0" rIns="0" tIns="0" bIns="0">
            <a:spAutoFit/>
          </a:bodyPr>
          <a:lstStyle/>
          <a:p>
            <a:pPr>
              <a:lnSpc>
                <a:spcPts val="2268"/>
              </a:lnSpc>
              <a:spcBef>
                <a:spcPts val="0"/>
              </a:spcBef>
              <a:spcAft>
                <a:spcPts val="0"/>
              </a:spcAft>
              <a:defRPr sz="1680" b="0">
                <a:solidFill>
                  <a:srgbClr val="C4D3EC"/>
                </a:solidFill>
                <a:latin typeface="Arial"/>
              </a:defRPr>
            </a:pPr>
            <a:r>
              <a:t>A creative home for the team, its activities,</a:t>
            </a:r>
          </a:p>
          <a:p>
            <a:pPr>
              <a:lnSpc>
                <a:spcPts val="2268"/>
              </a:lnSpc>
              <a:spcBef>
                <a:spcPts val="0"/>
              </a:spcBef>
              <a:spcAft>
                <a:spcPts val="0"/>
              </a:spcAft>
              <a:defRPr sz="1680" b="0">
                <a:solidFill>
                  <a:srgbClr val="C4D3EC"/>
                </a:solidFill>
                <a:latin typeface="Arial"/>
              </a:defRPr>
            </a:pPr>
            <a:r>
              <a:t>its plan, and its shared vision.</a:t>
            </a:r>
          </a:p>
        </p:txBody>
      </p:sp>
      <p:sp>
        <p:nvSpPr>
          <p:cNvPr id="10" name="Rounded Rectangle 9"/>
          <p:cNvSpPr/>
          <p:nvPr/>
        </p:nvSpPr>
        <p:spPr>
          <a:xfrm>
            <a:off x="579120" y="5410200"/>
            <a:ext cx="2819400" cy="441960"/>
          </a:xfrm>
          <a:prstGeom prst="roundRect">
            <a:avLst>
              <a:gd name="adj" fmla="val 8000"/>
            </a:avLst>
          </a:prstGeom>
          <a:solidFill>
            <a:srgbClr val="7EE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6760" y="5524500"/>
            <a:ext cx="2514600" cy="240182"/>
          </a:xfrm>
          <a:prstGeom prst="rect">
            <a:avLst/>
          </a:prstGeom>
          <a:noFill/>
        </p:spPr>
        <p:txBody>
          <a:bodyPr wrap="none" lIns="0" rIns="0" tIns="0" bIns="0">
            <a:spAutoFit/>
          </a:bodyPr>
          <a:lstStyle/>
          <a:p>
            <a:pPr>
              <a:lnSpc>
                <a:spcPts val="1531"/>
              </a:lnSpc>
              <a:spcBef>
                <a:spcPts val="0"/>
              </a:spcBef>
              <a:spcAft>
                <a:spcPts val="0"/>
              </a:spcAft>
              <a:defRPr sz="1320" b="1">
                <a:solidFill>
                  <a:srgbClr val="091A43"/>
                </a:solidFill>
                <a:latin typeface="Arial"/>
              </a:defRPr>
            </a:pPr>
            <a:r>
              <a:rPr>
                <a:hlinkClick r:id="rId3"/>
              </a:rPr>
              <a:t>EXPLORE THE WEBSITE →</a:t>
            </a:r>
          </a:p>
        </p:txBody>
      </p:sp>
      <p:sp>
        <p:nvSpPr>
          <p:cNvPr id="12" name="Rectangle 11"/>
          <p:cNvSpPr/>
          <p:nvPr/>
        </p:nvSpPr>
        <p:spPr>
          <a:xfrm>
            <a:off x="548640" y="6400800"/>
            <a:ext cx="11094720" cy="7620"/>
          </a:xfrm>
          <a:prstGeom prst="rect">
            <a:avLst/>
          </a:prstGeom>
          <a:solidFill>
            <a:srgbClr val="34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515100"/>
            <a:ext cx="6477000" cy="195986"/>
          </a:xfrm>
          <a:prstGeom prst="rect">
            <a:avLst/>
          </a:prstGeom>
          <a:noFill/>
        </p:spPr>
        <p:txBody>
          <a:bodyPr wrap="none" lIns="0" rIns="0" tIns="0" bIns="0">
            <a:spAutoFit/>
          </a:bodyPr>
          <a:lstStyle/>
          <a:p>
            <a:pPr>
              <a:lnSpc>
                <a:spcPts val="1183"/>
              </a:lnSpc>
              <a:spcBef>
                <a:spcPts val="0"/>
              </a:spcBef>
              <a:spcAft>
                <a:spcPts val="0"/>
              </a:spcAft>
              <a:defRPr sz="1019" b="0">
                <a:solidFill>
                  <a:srgbClr val="C4D3EC"/>
                </a:solidFill>
                <a:latin typeface="Arial"/>
              </a:defRPr>
            </a:pPr>
            <a:r>
              <a:t>PEOPLE. STORIES. POSSIBILITIES.</a:t>
            </a:r>
          </a:p>
        </p:txBody>
      </p:sp>
      <p:sp>
        <p:nvSpPr>
          <p:cNvPr id="14" name="TextBox 13"/>
          <p:cNvSpPr txBox="1"/>
          <p:nvPr/>
        </p:nvSpPr>
        <p:spPr>
          <a:xfrm>
            <a:off x="10896600" y="6515100"/>
            <a:ext cx="762000" cy="195986"/>
          </a:xfrm>
          <a:prstGeom prst="rect">
            <a:avLst/>
          </a:prstGeom>
          <a:noFill/>
        </p:spPr>
        <p:txBody>
          <a:bodyPr wrap="none" lIns="0" rIns="0" tIns="0" bIns="0">
            <a:spAutoFit/>
          </a:bodyPr>
          <a:lstStyle/>
          <a:p>
            <a:pPr>
              <a:lnSpc>
                <a:spcPts val="1183"/>
              </a:lnSpc>
              <a:spcBef>
                <a:spcPts val="0"/>
              </a:spcBef>
              <a:spcAft>
                <a:spcPts val="0"/>
              </a:spcAft>
              <a:defRPr sz="1019" b="0">
                <a:solidFill>
                  <a:srgbClr val="C4D3EC"/>
                </a:solidFill>
                <a:latin typeface="Arial"/>
              </a:defRPr>
            </a:pPr>
            <a:r>
              <a:t>01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6EF"/>
        </a:solidFill>
        <a:effectLst/>
      </p:bgPr>
    </p:bg>
    <p:spTree>
      <p:nvGrpSpPr>
        <p:cNvPr id="1" name=""/>
        <p:cNvGrpSpPr/>
        <p:nvPr/>
      </p:nvGrpSpPr>
      <p:grpSpPr/>
      <p:sp>
        <p:nvSpPr>
          <p:cNvPr id="2" name="TextBox 1"/>
          <p:cNvSpPr txBox="1"/>
          <p:nvPr/>
        </p:nvSpPr>
        <p:spPr>
          <a:xfrm>
            <a:off x="548640" y="259080"/>
            <a:ext cx="4953000" cy="222504"/>
          </a:xfrm>
          <a:prstGeom prst="rect">
            <a:avLst/>
          </a:prstGeom>
          <a:noFill/>
        </p:spPr>
        <p:txBody>
          <a:bodyPr wrap="none" lIns="0" rIns="0" tIns="0" bIns="0">
            <a:spAutoFit/>
          </a:bodyPr>
          <a:lstStyle/>
          <a:p>
            <a:pPr>
              <a:lnSpc>
                <a:spcPts val="1391"/>
              </a:lnSpc>
              <a:spcBef>
                <a:spcPts val="0"/>
              </a:spcBef>
              <a:spcAft>
                <a:spcPts val="0"/>
              </a:spcAft>
              <a:defRPr sz="1200" b="1">
                <a:solidFill>
                  <a:srgbClr val="091A43"/>
                </a:solidFill>
                <a:latin typeface="Arial"/>
              </a:defRPr>
            </a:pPr>
            <a:r>
              <a:t>HSIYC / MEDIA &amp; PUBLICITY DEPARTMENT</a:t>
            </a:r>
          </a:p>
        </p:txBody>
      </p:sp>
      <p:sp>
        <p:nvSpPr>
          <p:cNvPr id="3" name="TextBox 2"/>
          <p:cNvSpPr txBox="1"/>
          <p:nvPr/>
        </p:nvSpPr>
        <p:spPr>
          <a:xfrm>
            <a:off x="8458200" y="274320"/>
            <a:ext cx="3200400" cy="204825"/>
          </a:xfrm>
          <a:prstGeom prst="rect">
            <a:avLst/>
          </a:prstGeom>
          <a:noFill/>
        </p:spPr>
        <p:txBody>
          <a:bodyPr wrap="none" lIns="0" rIns="0" tIns="0" bIns="0">
            <a:spAutoFit/>
          </a:bodyPr>
          <a:lstStyle/>
          <a:p>
            <a:pPr>
              <a:lnSpc>
                <a:spcPts val="1252"/>
              </a:lnSpc>
              <a:spcBef>
                <a:spcPts val="0"/>
              </a:spcBef>
              <a:spcAft>
                <a:spcPts val="0"/>
              </a:spcAft>
              <a:defRPr sz="1080" b="0">
                <a:solidFill>
                  <a:srgbClr val="52627C"/>
                </a:solidFill>
                <a:latin typeface="Arial"/>
              </a:defRPr>
            </a:pPr>
            <a:r>
              <a:t>01 / PURPOSE</a:t>
            </a:r>
          </a:p>
        </p:txBody>
      </p:sp>
      <p:sp>
        <p:nvSpPr>
          <p:cNvPr id="4" name="TextBox 3"/>
          <p:cNvSpPr txBox="1"/>
          <p:nvPr/>
        </p:nvSpPr>
        <p:spPr>
          <a:xfrm>
            <a:off x="548640" y="853440"/>
            <a:ext cx="10668000" cy="222504"/>
          </a:xfrm>
          <a:prstGeom prst="rect">
            <a:avLst/>
          </a:prstGeom>
          <a:noFill/>
        </p:spPr>
        <p:txBody>
          <a:bodyPr wrap="none" lIns="0" rIns="0" tIns="0" bIns="0">
            <a:spAutoFit/>
          </a:bodyPr>
          <a:lstStyle/>
          <a:p>
            <a:pPr>
              <a:lnSpc>
                <a:spcPts val="1391"/>
              </a:lnSpc>
              <a:spcBef>
                <a:spcPts val="0"/>
              </a:spcBef>
              <a:spcAft>
                <a:spcPts val="0"/>
              </a:spcAft>
              <a:defRPr sz="1200" b="1">
                <a:solidFill>
                  <a:srgbClr val="1463E8"/>
                </a:solidFill>
                <a:latin typeface="Arial"/>
              </a:defRPr>
            </a:pPr>
            <a:r>
              <a:t>ONE PLACE TO GET TO KNOW THE DEPARTMENT</a:t>
            </a:r>
          </a:p>
        </p:txBody>
      </p:sp>
      <p:sp>
        <p:nvSpPr>
          <p:cNvPr id="5" name="TextBox 4"/>
          <p:cNvSpPr txBox="1"/>
          <p:nvPr/>
        </p:nvSpPr>
        <p:spPr>
          <a:xfrm>
            <a:off x="548640" y="1165860"/>
            <a:ext cx="11049000" cy="595122"/>
          </a:xfrm>
          <a:prstGeom prst="rect">
            <a:avLst/>
          </a:prstGeom>
          <a:noFill/>
        </p:spPr>
        <p:txBody>
          <a:bodyPr wrap="none" lIns="0" rIns="0" tIns="0" bIns="0">
            <a:spAutoFit/>
          </a:bodyPr>
          <a:lstStyle/>
          <a:p>
            <a:pPr>
              <a:lnSpc>
                <a:spcPts val="4326"/>
              </a:lnSpc>
              <a:spcBef>
                <a:spcPts val="0"/>
              </a:spcBef>
              <a:spcAft>
                <a:spcPts val="0"/>
              </a:spcAft>
              <a:defRPr sz="4200" b="1">
                <a:solidFill>
                  <a:srgbClr val="091A43"/>
                </a:solidFill>
                <a:latin typeface="Arial"/>
              </a:defRPr>
            </a:pPr>
            <a:r>
              <a:t>A CREATIVE HOME FOR THE TEAM.</a:t>
            </a:r>
          </a:p>
        </p:txBody>
      </p:sp>
      <p:sp>
        <p:nvSpPr>
          <p:cNvPr id="6" name="Rounded Rectangle 5"/>
          <p:cNvSpPr/>
          <p:nvPr/>
        </p:nvSpPr>
        <p:spPr>
          <a:xfrm>
            <a:off x="548640" y="2133600"/>
            <a:ext cx="6477000" cy="3840480"/>
          </a:xfrm>
          <a:prstGeom prst="roundRect">
            <a:avLst>
              <a:gd name="adj" fmla="val 8000"/>
            </a:avLst>
          </a:prstGeom>
          <a:solidFill>
            <a:srgbClr val="091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ome.png"/>
          <p:cNvPicPr>
            <a:picLocks noChangeAspect="1"/>
          </p:cNvPicPr>
          <p:nvPr/>
        </p:nvPicPr>
        <p:blipFill>
          <a:blip r:embed="rId2"/>
          <a:srcRect/>
          <a:stretch>
            <a:fillRect/>
          </a:stretch>
        </p:blipFill>
        <p:spPr>
          <a:xfrm>
            <a:off x="1197559" y="2255520"/>
            <a:ext cx="5179161" cy="3596640"/>
          </a:xfrm>
          <a:prstGeom prst="rect">
            <a:avLst/>
          </a:prstGeom>
        </p:spPr>
      </p:pic>
      <p:sp>
        <p:nvSpPr>
          <p:cNvPr id="8" name="Oval 7"/>
          <p:cNvSpPr/>
          <p:nvPr/>
        </p:nvSpPr>
        <p:spPr>
          <a:xfrm>
            <a:off x="7414259" y="2240280"/>
            <a:ext cx="320040" cy="320040"/>
          </a:xfrm>
          <a:prstGeom prst="ellipse">
            <a:avLst/>
          </a:prstGeom>
          <a:solidFill>
            <a:srgbClr val="146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82840" y="2324100"/>
            <a:ext cx="259080" cy="195986"/>
          </a:xfrm>
          <a:prstGeom prst="rect">
            <a:avLst/>
          </a:prstGeom>
          <a:noFill/>
        </p:spPr>
        <p:txBody>
          <a:bodyPr wrap="none" lIns="0" rIns="0" tIns="0" bIns="0">
            <a:spAutoFit/>
          </a:bodyPr>
          <a:lstStyle/>
          <a:p>
            <a:pPr>
              <a:lnSpc>
                <a:spcPts val="1183"/>
              </a:lnSpc>
              <a:spcBef>
                <a:spcPts val="0"/>
              </a:spcBef>
              <a:spcAft>
                <a:spcPts val="0"/>
              </a:spcAft>
              <a:defRPr sz="1019" b="1">
                <a:solidFill>
                  <a:srgbClr val="FFFFFF"/>
                </a:solidFill>
                <a:latin typeface="Arial"/>
              </a:defRPr>
            </a:pPr>
            <a:r>
              <a:t>01</a:t>
            </a:r>
          </a:p>
        </p:txBody>
      </p:sp>
      <p:sp>
        <p:nvSpPr>
          <p:cNvPr id="10" name="TextBox 9"/>
          <p:cNvSpPr txBox="1"/>
          <p:nvPr/>
        </p:nvSpPr>
        <p:spPr>
          <a:xfrm>
            <a:off x="7924799" y="2225040"/>
            <a:ext cx="3695700" cy="328574"/>
          </a:xfrm>
          <a:prstGeom prst="rect">
            <a:avLst/>
          </a:prstGeom>
          <a:noFill/>
        </p:spPr>
        <p:txBody>
          <a:bodyPr wrap="none" lIns="0" rIns="0" tIns="0" bIns="0">
            <a:spAutoFit/>
          </a:bodyPr>
          <a:lstStyle/>
          <a:p>
            <a:pPr>
              <a:lnSpc>
                <a:spcPts val="2227"/>
              </a:lnSpc>
              <a:spcBef>
                <a:spcPts val="0"/>
              </a:spcBef>
              <a:spcAft>
                <a:spcPts val="0"/>
              </a:spcAft>
              <a:defRPr sz="1920" b="1">
                <a:solidFill>
                  <a:srgbClr val="091A43"/>
                </a:solidFill>
                <a:latin typeface="Arial"/>
              </a:defRPr>
            </a:pPr>
            <a:r>
              <a:t>Meet the people</a:t>
            </a:r>
          </a:p>
        </p:txBody>
      </p:sp>
      <p:sp>
        <p:nvSpPr>
          <p:cNvPr id="11" name="TextBox 10"/>
          <p:cNvSpPr txBox="1"/>
          <p:nvPr/>
        </p:nvSpPr>
        <p:spPr>
          <a:xfrm>
            <a:off x="7924799" y="2606040"/>
            <a:ext cx="3581400" cy="505358"/>
          </a:xfrm>
          <a:prstGeom prst="rect">
            <a:avLst/>
          </a:prstGeom>
          <a:noFill/>
        </p:spPr>
        <p:txBody>
          <a:bodyPr wrap="none" lIns="0" rIns="0" tIns="0" bIns="0">
            <a:spAutoFit/>
          </a:bodyPr>
          <a:lstStyle/>
          <a:p>
            <a:pPr>
              <a:lnSpc>
                <a:spcPts val="1809"/>
              </a:lnSpc>
              <a:spcBef>
                <a:spcPts val="0"/>
              </a:spcBef>
              <a:spcAft>
                <a:spcPts val="0"/>
              </a:spcAft>
              <a:defRPr sz="1560" b="0">
                <a:solidFill>
                  <a:srgbClr val="52627C"/>
                </a:solidFill>
                <a:latin typeface="Arial"/>
              </a:defRPr>
            </a:pPr>
            <a:r>
              <a:t>Introduce the department’s roles and the</a:t>
            </a:r>
          </a:p>
          <a:p>
            <a:pPr>
              <a:lnSpc>
                <a:spcPts val="1809"/>
              </a:lnSpc>
              <a:spcBef>
                <a:spcPts val="0"/>
              </a:spcBef>
              <a:spcAft>
                <a:spcPts val="0"/>
              </a:spcAft>
              <a:defRPr sz="1560" b="0">
                <a:solidFill>
                  <a:srgbClr val="52627C"/>
                </a:solidFill>
                <a:latin typeface="Arial"/>
              </a:defRPr>
            </a:pPr>
            <a:r>
              <a:t>people behind the work.</a:t>
            </a:r>
          </a:p>
        </p:txBody>
      </p:sp>
      <p:sp>
        <p:nvSpPr>
          <p:cNvPr id="12" name="Oval 11"/>
          <p:cNvSpPr/>
          <p:nvPr/>
        </p:nvSpPr>
        <p:spPr>
          <a:xfrm>
            <a:off x="7414259" y="3497580"/>
            <a:ext cx="320040" cy="320040"/>
          </a:xfrm>
          <a:prstGeom prst="ellipse">
            <a:avLst/>
          </a:prstGeom>
          <a:solidFill>
            <a:srgbClr val="14B9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82840" y="3581400"/>
            <a:ext cx="259080" cy="195986"/>
          </a:xfrm>
          <a:prstGeom prst="rect">
            <a:avLst/>
          </a:prstGeom>
          <a:noFill/>
        </p:spPr>
        <p:txBody>
          <a:bodyPr wrap="none" lIns="0" rIns="0" tIns="0" bIns="0">
            <a:spAutoFit/>
          </a:bodyPr>
          <a:lstStyle/>
          <a:p>
            <a:pPr>
              <a:lnSpc>
                <a:spcPts val="1183"/>
              </a:lnSpc>
              <a:spcBef>
                <a:spcPts val="0"/>
              </a:spcBef>
              <a:spcAft>
                <a:spcPts val="0"/>
              </a:spcAft>
              <a:defRPr sz="1019" b="1">
                <a:solidFill>
                  <a:srgbClr val="FFFFFF"/>
                </a:solidFill>
                <a:latin typeface="Arial"/>
              </a:defRPr>
            </a:pPr>
            <a:r>
              <a:t>02</a:t>
            </a:r>
          </a:p>
        </p:txBody>
      </p:sp>
      <p:sp>
        <p:nvSpPr>
          <p:cNvPr id="14" name="TextBox 13"/>
          <p:cNvSpPr txBox="1"/>
          <p:nvPr/>
        </p:nvSpPr>
        <p:spPr>
          <a:xfrm>
            <a:off x="7924799" y="3482340"/>
            <a:ext cx="3695700" cy="328574"/>
          </a:xfrm>
          <a:prstGeom prst="rect">
            <a:avLst/>
          </a:prstGeom>
          <a:noFill/>
        </p:spPr>
        <p:txBody>
          <a:bodyPr wrap="none" lIns="0" rIns="0" tIns="0" bIns="0">
            <a:spAutoFit/>
          </a:bodyPr>
          <a:lstStyle/>
          <a:p>
            <a:pPr>
              <a:lnSpc>
                <a:spcPts val="2227"/>
              </a:lnSpc>
              <a:spcBef>
                <a:spcPts val="0"/>
              </a:spcBef>
              <a:spcAft>
                <a:spcPts val="0"/>
              </a:spcAft>
              <a:defRPr sz="1920" b="1">
                <a:solidFill>
                  <a:srgbClr val="091A43"/>
                </a:solidFill>
                <a:latin typeface="Arial"/>
              </a:defRPr>
            </a:pPr>
            <a:r>
              <a:t>Discover the work</a:t>
            </a:r>
          </a:p>
        </p:txBody>
      </p:sp>
      <p:sp>
        <p:nvSpPr>
          <p:cNvPr id="15" name="TextBox 14"/>
          <p:cNvSpPr txBox="1"/>
          <p:nvPr/>
        </p:nvSpPr>
        <p:spPr>
          <a:xfrm>
            <a:off x="7924799" y="3863339"/>
            <a:ext cx="3581400" cy="505358"/>
          </a:xfrm>
          <a:prstGeom prst="rect">
            <a:avLst/>
          </a:prstGeom>
          <a:noFill/>
        </p:spPr>
        <p:txBody>
          <a:bodyPr wrap="none" lIns="0" rIns="0" tIns="0" bIns="0">
            <a:spAutoFit/>
          </a:bodyPr>
          <a:lstStyle/>
          <a:p>
            <a:pPr>
              <a:lnSpc>
                <a:spcPts val="1809"/>
              </a:lnSpc>
              <a:spcBef>
                <a:spcPts val="0"/>
              </a:spcBef>
              <a:spcAft>
                <a:spcPts val="0"/>
              </a:spcAft>
              <a:defRPr sz="1560" b="0">
                <a:solidFill>
                  <a:srgbClr val="52627C"/>
                </a:solidFill>
                <a:latin typeface="Arial"/>
              </a:defRPr>
            </a:pPr>
            <a:r>
              <a:t>Bring activities and creative ideas</a:t>
            </a:r>
          </a:p>
          <a:p>
            <a:pPr>
              <a:lnSpc>
                <a:spcPts val="1809"/>
              </a:lnSpc>
              <a:spcBef>
                <a:spcPts val="0"/>
              </a:spcBef>
              <a:spcAft>
                <a:spcPts val="0"/>
              </a:spcAft>
              <a:defRPr sz="1560" b="0">
                <a:solidFill>
                  <a:srgbClr val="52627C"/>
                </a:solidFill>
                <a:latin typeface="Arial"/>
              </a:defRPr>
            </a:pPr>
            <a:r>
              <a:t>together in a visual gallery.</a:t>
            </a:r>
          </a:p>
        </p:txBody>
      </p:sp>
      <p:sp>
        <p:nvSpPr>
          <p:cNvPr id="16" name="Oval 15"/>
          <p:cNvSpPr/>
          <p:nvPr/>
        </p:nvSpPr>
        <p:spPr>
          <a:xfrm>
            <a:off x="7414259" y="4754880"/>
            <a:ext cx="320040" cy="320040"/>
          </a:xfrm>
          <a:prstGeom prst="ellipse">
            <a:avLst/>
          </a:prstGeom>
          <a:solidFill>
            <a:srgbClr val="FF7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82840" y="4838700"/>
            <a:ext cx="259080" cy="195986"/>
          </a:xfrm>
          <a:prstGeom prst="rect">
            <a:avLst/>
          </a:prstGeom>
          <a:noFill/>
        </p:spPr>
        <p:txBody>
          <a:bodyPr wrap="none" lIns="0" rIns="0" tIns="0" bIns="0">
            <a:spAutoFit/>
          </a:bodyPr>
          <a:lstStyle/>
          <a:p>
            <a:pPr>
              <a:lnSpc>
                <a:spcPts val="1183"/>
              </a:lnSpc>
              <a:spcBef>
                <a:spcPts val="0"/>
              </a:spcBef>
              <a:spcAft>
                <a:spcPts val="0"/>
              </a:spcAft>
              <a:defRPr sz="1019" b="1">
                <a:solidFill>
                  <a:srgbClr val="FFFFFF"/>
                </a:solidFill>
                <a:latin typeface="Arial"/>
              </a:defRPr>
            </a:pPr>
            <a:r>
              <a:t>03</a:t>
            </a:r>
          </a:p>
        </p:txBody>
      </p:sp>
      <p:sp>
        <p:nvSpPr>
          <p:cNvPr id="18" name="TextBox 17"/>
          <p:cNvSpPr txBox="1"/>
          <p:nvPr/>
        </p:nvSpPr>
        <p:spPr>
          <a:xfrm>
            <a:off x="7924799" y="4739640"/>
            <a:ext cx="3695700" cy="328574"/>
          </a:xfrm>
          <a:prstGeom prst="rect">
            <a:avLst/>
          </a:prstGeom>
          <a:noFill/>
        </p:spPr>
        <p:txBody>
          <a:bodyPr wrap="none" lIns="0" rIns="0" tIns="0" bIns="0">
            <a:spAutoFit/>
          </a:bodyPr>
          <a:lstStyle/>
          <a:p>
            <a:pPr>
              <a:lnSpc>
                <a:spcPts val="2227"/>
              </a:lnSpc>
              <a:spcBef>
                <a:spcPts val="0"/>
              </a:spcBef>
              <a:spcAft>
                <a:spcPts val="0"/>
              </a:spcAft>
              <a:defRPr sz="1920" b="1">
                <a:solidFill>
                  <a:srgbClr val="091A43"/>
                </a:solidFill>
                <a:latin typeface="Arial"/>
              </a:defRPr>
            </a:pPr>
            <a:r>
              <a:t>Understand the direction</a:t>
            </a:r>
          </a:p>
        </p:txBody>
      </p:sp>
      <p:sp>
        <p:nvSpPr>
          <p:cNvPr id="19" name="TextBox 18"/>
          <p:cNvSpPr txBox="1"/>
          <p:nvPr/>
        </p:nvSpPr>
        <p:spPr>
          <a:xfrm>
            <a:off x="7924799" y="5120640"/>
            <a:ext cx="3581400" cy="505358"/>
          </a:xfrm>
          <a:prstGeom prst="rect">
            <a:avLst/>
          </a:prstGeom>
          <a:noFill/>
        </p:spPr>
        <p:txBody>
          <a:bodyPr wrap="none" lIns="0" rIns="0" tIns="0" bIns="0">
            <a:spAutoFit/>
          </a:bodyPr>
          <a:lstStyle/>
          <a:p>
            <a:pPr>
              <a:lnSpc>
                <a:spcPts val="1809"/>
              </a:lnSpc>
              <a:spcBef>
                <a:spcPts val="0"/>
              </a:spcBef>
              <a:spcAft>
                <a:spcPts val="0"/>
              </a:spcAft>
              <a:defRPr sz="1560" b="0">
                <a:solidFill>
                  <a:srgbClr val="52627C"/>
                </a:solidFill>
                <a:latin typeface="Arial"/>
              </a:defRPr>
            </a:pPr>
            <a:r>
              <a:t>Explain the plan and the vision in a</a:t>
            </a:r>
          </a:p>
          <a:p>
            <a:pPr>
              <a:lnSpc>
                <a:spcPts val="1809"/>
              </a:lnSpc>
              <a:spcBef>
                <a:spcPts val="0"/>
              </a:spcBef>
              <a:spcAft>
                <a:spcPts val="0"/>
              </a:spcAft>
              <a:defRPr sz="1560" b="0">
                <a:solidFill>
                  <a:srgbClr val="52627C"/>
                </a:solidFill>
                <a:latin typeface="Arial"/>
              </a:defRPr>
            </a:pPr>
            <a:r>
              <a:t>clear, approachable way.</a:t>
            </a:r>
          </a:p>
        </p:txBody>
      </p:sp>
      <p:sp>
        <p:nvSpPr>
          <p:cNvPr id="20" name="Rectangle 19"/>
          <p:cNvSpPr/>
          <p:nvPr/>
        </p:nvSpPr>
        <p:spPr>
          <a:xfrm>
            <a:off x="548640" y="6400800"/>
            <a:ext cx="11094720" cy="7620"/>
          </a:xfrm>
          <a:prstGeom prst="rect">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515100"/>
            <a:ext cx="6477000" cy="195986"/>
          </a:xfrm>
          <a:prstGeom prst="rect">
            <a:avLst/>
          </a:prstGeom>
          <a:noFill/>
        </p:spPr>
        <p:txBody>
          <a:bodyPr wrap="none" lIns="0" rIns="0" tIns="0" bIns="0">
            <a:spAutoFit/>
          </a:bodyPr>
          <a:lstStyle/>
          <a:p>
            <a:pPr>
              <a:lnSpc>
                <a:spcPts val="1183"/>
              </a:lnSpc>
              <a:spcBef>
                <a:spcPts val="0"/>
              </a:spcBef>
              <a:spcAft>
                <a:spcPts val="0"/>
              </a:spcAft>
              <a:defRPr sz="1019" b="0">
                <a:solidFill>
                  <a:srgbClr val="52627C"/>
                </a:solidFill>
                <a:latin typeface="Arial"/>
              </a:defRPr>
            </a:pPr>
            <a:r>
              <a:t>PEOPLE. STORIES. POSSIBILITIES.</a:t>
            </a:r>
          </a:p>
        </p:txBody>
      </p:sp>
      <p:sp>
        <p:nvSpPr>
          <p:cNvPr id="22" name="TextBox 21"/>
          <p:cNvSpPr txBox="1"/>
          <p:nvPr/>
        </p:nvSpPr>
        <p:spPr>
          <a:xfrm>
            <a:off x="10896600" y="6515100"/>
            <a:ext cx="762000" cy="195986"/>
          </a:xfrm>
          <a:prstGeom prst="rect">
            <a:avLst/>
          </a:prstGeom>
          <a:noFill/>
        </p:spPr>
        <p:txBody>
          <a:bodyPr wrap="none" lIns="0" rIns="0" tIns="0" bIns="0">
            <a:spAutoFit/>
          </a:bodyPr>
          <a:lstStyle/>
          <a:p>
            <a:pPr>
              <a:lnSpc>
                <a:spcPts val="1183"/>
              </a:lnSpc>
              <a:spcBef>
                <a:spcPts val="0"/>
              </a:spcBef>
              <a:spcAft>
                <a:spcPts val="0"/>
              </a:spcAft>
              <a:defRPr sz="1019" b="0">
                <a:solidFill>
                  <a:srgbClr val="52627C"/>
                </a:solidFill>
                <a:latin typeface="Arial"/>
              </a:defRPr>
            </a:pPr>
            <a: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1A43"/>
        </a:solidFill>
        <a:effectLst/>
      </p:bgPr>
    </p:bg>
    <p:spTree>
      <p:nvGrpSpPr>
        <p:cNvPr id="1" name=""/>
        <p:cNvGrpSpPr/>
        <p:nvPr/>
      </p:nvGrpSpPr>
      <p:grpSpPr/>
      <p:sp>
        <p:nvSpPr>
          <p:cNvPr id="2" name="TextBox 1"/>
          <p:cNvSpPr txBox="1"/>
          <p:nvPr/>
        </p:nvSpPr>
        <p:spPr>
          <a:xfrm>
            <a:off x="548640" y="259080"/>
            <a:ext cx="4953000" cy="222504"/>
          </a:xfrm>
          <a:prstGeom prst="rect">
            <a:avLst/>
          </a:prstGeom>
          <a:noFill/>
        </p:spPr>
        <p:txBody>
          <a:bodyPr wrap="none" lIns="0" rIns="0" tIns="0" bIns="0">
            <a:spAutoFit/>
          </a:bodyPr>
          <a:lstStyle/>
          <a:p>
            <a:pPr>
              <a:lnSpc>
                <a:spcPts val="1391"/>
              </a:lnSpc>
              <a:spcBef>
                <a:spcPts val="0"/>
              </a:spcBef>
              <a:spcAft>
                <a:spcPts val="0"/>
              </a:spcAft>
              <a:defRPr sz="1200" b="1">
                <a:solidFill>
                  <a:srgbClr val="7EE4D6"/>
                </a:solidFill>
                <a:latin typeface="Arial"/>
              </a:defRPr>
            </a:pPr>
            <a:r>
              <a:t>HSIYC / MEDIA &amp; PUBLICITY DEPARTMENT</a:t>
            </a:r>
          </a:p>
        </p:txBody>
      </p:sp>
      <p:sp>
        <p:nvSpPr>
          <p:cNvPr id="3" name="TextBox 2"/>
          <p:cNvSpPr txBox="1"/>
          <p:nvPr/>
        </p:nvSpPr>
        <p:spPr>
          <a:xfrm>
            <a:off x="8458200" y="274320"/>
            <a:ext cx="3200400" cy="204825"/>
          </a:xfrm>
          <a:prstGeom prst="rect">
            <a:avLst/>
          </a:prstGeom>
          <a:noFill/>
        </p:spPr>
        <p:txBody>
          <a:bodyPr wrap="none" lIns="0" rIns="0" tIns="0" bIns="0">
            <a:spAutoFit/>
          </a:bodyPr>
          <a:lstStyle/>
          <a:p>
            <a:pPr>
              <a:lnSpc>
                <a:spcPts val="1252"/>
              </a:lnSpc>
              <a:spcBef>
                <a:spcPts val="0"/>
              </a:spcBef>
              <a:spcAft>
                <a:spcPts val="0"/>
              </a:spcAft>
              <a:defRPr sz="1080" b="0">
                <a:solidFill>
                  <a:srgbClr val="C4D3EC"/>
                </a:solidFill>
                <a:latin typeface="Arial"/>
              </a:defRPr>
            </a:pPr>
            <a:r>
              <a:t>02 / VISUAL IDENTITY</a:t>
            </a:r>
          </a:p>
        </p:txBody>
      </p:sp>
      <p:sp>
        <p:nvSpPr>
          <p:cNvPr id="4" name="TextBox 3"/>
          <p:cNvSpPr txBox="1"/>
          <p:nvPr/>
        </p:nvSpPr>
        <p:spPr>
          <a:xfrm>
            <a:off x="548640" y="853440"/>
            <a:ext cx="10668000" cy="222504"/>
          </a:xfrm>
          <a:prstGeom prst="rect">
            <a:avLst/>
          </a:prstGeom>
          <a:noFill/>
        </p:spPr>
        <p:txBody>
          <a:bodyPr wrap="none" lIns="0" rIns="0" tIns="0" bIns="0">
            <a:spAutoFit/>
          </a:bodyPr>
          <a:lstStyle/>
          <a:p>
            <a:pPr>
              <a:lnSpc>
                <a:spcPts val="1391"/>
              </a:lnSpc>
              <a:spcBef>
                <a:spcPts val="0"/>
              </a:spcBef>
              <a:spcAft>
                <a:spcPts val="0"/>
              </a:spcAft>
              <a:defRPr sz="1200" b="1">
                <a:solidFill>
                  <a:srgbClr val="7EE4D6"/>
                </a:solidFill>
                <a:latin typeface="Arial"/>
              </a:defRPr>
            </a:pPr>
            <a:r>
              <a:t>THE SAME WORLD, FROM PAGE TO PRESENTATION</a:t>
            </a:r>
          </a:p>
        </p:txBody>
      </p:sp>
      <p:sp>
        <p:nvSpPr>
          <p:cNvPr id="5" name="TextBox 4"/>
          <p:cNvSpPr txBox="1"/>
          <p:nvPr/>
        </p:nvSpPr>
        <p:spPr>
          <a:xfrm>
            <a:off x="548640" y="1165860"/>
            <a:ext cx="11049000" cy="595122"/>
          </a:xfrm>
          <a:prstGeom prst="rect">
            <a:avLst/>
          </a:prstGeom>
          <a:noFill/>
        </p:spPr>
        <p:txBody>
          <a:bodyPr wrap="none" lIns="0" rIns="0" tIns="0" bIns="0">
            <a:spAutoFit/>
          </a:bodyPr>
          <a:lstStyle/>
          <a:p>
            <a:pPr>
              <a:lnSpc>
                <a:spcPts val="4326"/>
              </a:lnSpc>
              <a:spcBef>
                <a:spcPts val="0"/>
              </a:spcBef>
              <a:spcAft>
                <a:spcPts val="0"/>
              </a:spcAft>
              <a:defRPr sz="4200" b="1">
                <a:solidFill>
                  <a:srgbClr val="F7F6EF"/>
                </a:solidFill>
                <a:latin typeface="Arial"/>
              </a:defRPr>
            </a:pPr>
            <a:r>
              <a:t>BOLD COLOR. FRIENDLY CHARACTER.</a:t>
            </a:r>
          </a:p>
        </p:txBody>
      </p:sp>
      <p:pic>
        <p:nvPicPr>
          <p:cNvPr id="6" name="Picture 5" descr="department-logo.png"/>
          <p:cNvPicPr>
            <a:picLocks noChangeAspect="1"/>
          </p:cNvPicPr>
          <p:nvPr/>
        </p:nvPicPr>
        <p:blipFill>
          <a:blip r:embed="rId2"/>
          <a:srcRect/>
          <a:stretch>
            <a:fillRect/>
          </a:stretch>
        </p:blipFill>
        <p:spPr>
          <a:xfrm>
            <a:off x="7917180" y="2133600"/>
            <a:ext cx="2971800" cy="2971800"/>
          </a:xfrm>
          <a:prstGeom prst="rect">
            <a:avLst/>
          </a:prstGeom>
        </p:spPr>
      </p:pic>
      <p:sp>
        <p:nvSpPr>
          <p:cNvPr id="7" name="TextBox 6"/>
          <p:cNvSpPr txBox="1"/>
          <p:nvPr/>
        </p:nvSpPr>
        <p:spPr>
          <a:xfrm>
            <a:off x="548640" y="2286000"/>
            <a:ext cx="6019800" cy="381609"/>
          </a:xfrm>
          <a:prstGeom prst="rect">
            <a:avLst/>
          </a:prstGeom>
          <a:noFill/>
        </p:spPr>
        <p:txBody>
          <a:bodyPr wrap="none" lIns="0" rIns="0" tIns="0" bIns="0">
            <a:spAutoFit/>
          </a:bodyPr>
          <a:lstStyle/>
          <a:p>
            <a:pPr>
              <a:lnSpc>
                <a:spcPts val="2644"/>
              </a:lnSpc>
              <a:spcBef>
                <a:spcPts val="0"/>
              </a:spcBef>
              <a:spcAft>
                <a:spcPts val="0"/>
              </a:spcAft>
              <a:defRPr sz="2280" b="1">
                <a:solidFill>
                  <a:srgbClr val="F7F6EF"/>
                </a:solidFill>
                <a:latin typeface="Arial"/>
              </a:defRPr>
            </a:pPr>
            <a:r>
              <a:t>A recognizable visual language</a:t>
            </a:r>
          </a:p>
        </p:txBody>
      </p:sp>
      <p:sp>
        <p:nvSpPr>
          <p:cNvPr id="8" name="TextBox 7"/>
          <p:cNvSpPr txBox="1"/>
          <p:nvPr/>
        </p:nvSpPr>
        <p:spPr>
          <a:xfrm>
            <a:off x="548640" y="2781300"/>
            <a:ext cx="6096000" cy="640080"/>
          </a:xfrm>
          <a:prstGeom prst="rect">
            <a:avLst/>
          </a:prstGeom>
          <a:noFill/>
        </p:spPr>
        <p:txBody>
          <a:bodyPr wrap="none" lIns="0" rIns="0" tIns="0" bIns="0">
            <a:spAutoFit/>
          </a:bodyPr>
          <a:lstStyle/>
          <a:p>
            <a:pPr>
              <a:lnSpc>
                <a:spcPts val="2340"/>
              </a:lnSpc>
              <a:spcBef>
                <a:spcPts val="0"/>
              </a:spcBef>
              <a:spcAft>
                <a:spcPts val="0"/>
              </a:spcAft>
              <a:defRPr sz="1800" b="0">
                <a:solidFill>
                  <a:srgbClr val="C4D3EC"/>
                </a:solidFill>
                <a:latin typeface="Arial"/>
              </a:defRPr>
            </a:pPr>
            <a:r>
              <a:t>Deep blue scenes create focus. Teal brings energy.</a:t>
            </a:r>
          </a:p>
          <a:p>
            <a:pPr>
              <a:lnSpc>
                <a:spcPts val="2340"/>
              </a:lnSpc>
              <a:spcBef>
                <a:spcPts val="0"/>
              </a:spcBef>
              <a:spcAft>
                <a:spcPts val="0"/>
              </a:spcAft>
              <a:defRPr sz="1800" b="0">
                <a:solidFill>
                  <a:srgbClr val="C4D3EC"/>
                </a:solidFill>
                <a:latin typeface="Arial"/>
              </a:defRPr>
            </a:pPr>
            <a:r>
              <a:t>Coral adds warmth, while ivory gives the eye room to rest.</a:t>
            </a:r>
          </a:p>
        </p:txBody>
      </p:sp>
      <p:sp>
        <p:nvSpPr>
          <p:cNvPr id="9" name="TextBox 8"/>
          <p:cNvSpPr txBox="1"/>
          <p:nvPr/>
        </p:nvSpPr>
        <p:spPr>
          <a:xfrm>
            <a:off x="548640" y="3733799"/>
            <a:ext cx="6019800" cy="620268"/>
          </a:xfrm>
          <a:prstGeom prst="rect">
            <a:avLst/>
          </a:prstGeom>
          <a:noFill/>
        </p:spPr>
        <p:txBody>
          <a:bodyPr wrap="none" lIns="0" rIns="0" tIns="0" bIns="0">
            <a:spAutoFit/>
          </a:bodyPr>
          <a:lstStyle/>
          <a:p>
            <a:pPr>
              <a:lnSpc>
                <a:spcPts val="2261"/>
              </a:lnSpc>
              <a:spcBef>
                <a:spcPts val="0"/>
              </a:spcBef>
              <a:spcAft>
                <a:spcPts val="0"/>
              </a:spcAft>
              <a:defRPr sz="1739" b="0">
                <a:solidFill>
                  <a:srgbClr val="C4D3EC"/>
                </a:solidFill>
                <a:latin typeface="Arial"/>
              </a:defRPr>
            </a:pPr>
            <a:r>
              <a:t>The same mascot, soft lighting, and playful shapes</a:t>
            </a:r>
          </a:p>
          <a:p>
            <a:pPr>
              <a:lnSpc>
                <a:spcPts val="2261"/>
              </a:lnSpc>
              <a:spcBef>
                <a:spcPts val="0"/>
              </a:spcBef>
              <a:spcAft>
                <a:spcPts val="0"/>
              </a:spcAft>
              <a:defRPr sz="1739" b="0">
                <a:solidFill>
                  <a:srgbClr val="C4D3EC"/>
                </a:solidFill>
                <a:latin typeface="Arial"/>
              </a:defRPr>
            </a:pPr>
            <a:r>
              <a:t>connect the hero with every activity image.</a:t>
            </a:r>
          </a:p>
        </p:txBody>
      </p:sp>
      <p:sp>
        <p:nvSpPr>
          <p:cNvPr id="10" name="Rounded Rectangle 9"/>
          <p:cNvSpPr/>
          <p:nvPr/>
        </p:nvSpPr>
        <p:spPr>
          <a:xfrm>
            <a:off x="548640" y="5257800"/>
            <a:ext cx="2011680" cy="495299"/>
          </a:xfrm>
          <a:prstGeom prst="roundRect">
            <a:avLst>
              <a:gd name="adj" fmla="val 8000"/>
            </a:avLst>
          </a:prstGeom>
          <a:solidFill>
            <a:srgbClr val="091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859780"/>
            <a:ext cx="1219200" cy="240182"/>
          </a:xfrm>
          <a:prstGeom prst="rect">
            <a:avLst/>
          </a:prstGeom>
          <a:noFill/>
        </p:spPr>
        <p:txBody>
          <a:bodyPr wrap="none" lIns="0" rIns="0" tIns="0" bIns="0">
            <a:spAutoFit/>
          </a:bodyPr>
          <a:lstStyle/>
          <a:p>
            <a:pPr>
              <a:lnSpc>
                <a:spcPts val="1531"/>
              </a:lnSpc>
              <a:spcBef>
                <a:spcPts val="0"/>
              </a:spcBef>
              <a:spcAft>
                <a:spcPts val="0"/>
              </a:spcAft>
              <a:defRPr sz="1320" b="1">
                <a:solidFill>
                  <a:srgbClr val="F7F6EF"/>
                </a:solidFill>
                <a:latin typeface="Arial"/>
              </a:defRPr>
            </a:pPr>
            <a:r>
              <a:t>Navy</a:t>
            </a:r>
          </a:p>
        </p:txBody>
      </p:sp>
      <p:sp>
        <p:nvSpPr>
          <p:cNvPr id="12" name="TextBox 11"/>
          <p:cNvSpPr txBox="1"/>
          <p:nvPr/>
        </p:nvSpPr>
        <p:spPr>
          <a:xfrm>
            <a:off x="1554480" y="5882640"/>
            <a:ext cx="1005840" cy="204825"/>
          </a:xfrm>
          <a:prstGeom prst="rect">
            <a:avLst/>
          </a:prstGeom>
          <a:noFill/>
        </p:spPr>
        <p:txBody>
          <a:bodyPr wrap="none" lIns="0" rIns="0" tIns="0" bIns="0">
            <a:spAutoFit/>
          </a:bodyPr>
          <a:lstStyle/>
          <a:p>
            <a:pPr>
              <a:lnSpc>
                <a:spcPts val="1252"/>
              </a:lnSpc>
              <a:spcBef>
                <a:spcPts val="0"/>
              </a:spcBef>
              <a:spcAft>
                <a:spcPts val="0"/>
              </a:spcAft>
              <a:defRPr sz="1080" b="0">
                <a:solidFill>
                  <a:srgbClr val="C4D3EC"/>
                </a:solidFill>
                <a:latin typeface="Arial"/>
              </a:defRPr>
            </a:pPr>
            <a:r>
              <a:t>#091A43</a:t>
            </a:r>
          </a:p>
        </p:txBody>
      </p:sp>
      <p:sp>
        <p:nvSpPr>
          <p:cNvPr id="13" name="Rounded Rectangle 12"/>
          <p:cNvSpPr/>
          <p:nvPr/>
        </p:nvSpPr>
        <p:spPr>
          <a:xfrm>
            <a:off x="2727960" y="5257800"/>
            <a:ext cx="2011680" cy="495299"/>
          </a:xfrm>
          <a:prstGeom prst="roundRect">
            <a:avLst>
              <a:gd name="adj" fmla="val 8000"/>
            </a:avLst>
          </a:prstGeom>
          <a:solidFill>
            <a:srgbClr val="146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27960" y="5859780"/>
            <a:ext cx="1219200" cy="240182"/>
          </a:xfrm>
          <a:prstGeom prst="rect">
            <a:avLst/>
          </a:prstGeom>
          <a:noFill/>
        </p:spPr>
        <p:txBody>
          <a:bodyPr wrap="none" lIns="0" rIns="0" tIns="0" bIns="0">
            <a:spAutoFit/>
          </a:bodyPr>
          <a:lstStyle/>
          <a:p>
            <a:pPr>
              <a:lnSpc>
                <a:spcPts val="1531"/>
              </a:lnSpc>
              <a:spcBef>
                <a:spcPts val="0"/>
              </a:spcBef>
              <a:spcAft>
                <a:spcPts val="0"/>
              </a:spcAft>
              <a:defRPr sz="1320" b="1">
                <a:solidFill>
                  <a:srgbClr val="F7F6EF"/>
                </a:solidFill>
                <a:latin typeface="Arial"/>
              </a:defRPr>
            </a:pPr>
            <a:r>
              <a:t>Cobalt</a:t>
            </a:r>
          </a:p>
        </p:txBody>
      </p:sp>
      <p:sp>
        <p:nvSpPr>
          <p:cNvPr id="15" name="TextBox 14"/>
          <p:cNvSpPr txBox="1"/>
          <p:nvPr/>
        </p:nvSpPr>
        <p:spPr>
          <a:xfrm>
            <a:off x="3733799" y="5882640"/>
            <a:ext cx="1005840" cy="204825"/>
          </a:xfrm>
          <a:prstGeom prst="rect">
            <a:avLst/>
          </a:prstGeom>
          <a:noFill/>
        </p:spPr>
        <p:txBody>
          <a:bodyPr wrap="none" lIns="0" rIns="0" tIns="0" bIns="0">
            <a:spAutoFit/>
          </a:bodyPr>
          <a:lstStyle/>
          <a:p>
            <a:pPr>
              <a:lnSpc>
                <a:spcPts val="1252"/>
              </a:lnSpc>
              <a:spcBef>
                <a:spcPts val="0"/>
              </a:spcBef>
              <a:spcAft>
                <a:spcPts val="0"/>
              </a:spcAft>
              <a:defRPr sz="1080" b="0">
                <a:solidFill>
                  <a:srgbClr val="C4D3EC"/>
                </a:solidFill>
                <a:latin typeface="Arial"/>
              </a:defRPr>
            </a:pPr>
            <a:r>
              <a:t>#1463E8</a:t>
            </a:r>
          </a:p>
        </p:txBody>
      </p:sp>
      <p:sp>
        <p:nvSpPr>
          <p:cNvPr id="16" name="Rounded Rectangle 15"/>
          <p:cNvSpPr/>
          <p:nvPr/>
        </p:nvSpPr>
        <p:spPr>
          <a:xfrm>
            <a:off x="4907280" y="5257800"/>
            <a:ext cx="2011680" cy="495299"/>
          </a:xfrm>
          <a:prstGeom prst="roundRect">
            <a:avLst>
              <a:gd name="adj" fmla="val 8000"/>
            </a:avLst>
          </a:prstGeom>
          <a:solidFill>
            <a:srgbClr val="7EE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07280" y="5859780"/>
            <a:ext cx="1219200" cy="240182"/>
          </a:xfrm>
          <a:prstGeom prst="rect">
            <a:avLst/>
          </a:prstGeom>
          <a:noFill/>
        </p:spPr>
        <p:txBody>
          <a:bodyPr wrap="none" lIns="0" rIns="0" tIns="0" bIns="0">
            <a:spAutoFit/>
          </a:bodyPr>
          <a:lstStyle/>
          <a:p>
            <a:pPr>
              <a:lnSpc>
                <a:spcPts val="1531"/>
              </a:lnSpc>
              <a:spcBef>
                <a:spcPts val="0"/>
              </a:spcBef>
              <a:spcAft>
                <a:spcPts val="0"/>
              </a:spcAft>
              <a:defRPr sz="1320" b="1">
                <a:solidFill>
                  <a:srgbClr val="F7F6EF"/>
                </a:solidFill>
                <a:latin typeface="Arial"/>
              </a:defRPr>
            </a:pPr>
            <a:r>
              <a:t>Mint</a:t>
            </a:r>
          </a:p>
        </p:txBody>
      </p:sp>
      <p:sp>
        <p:nvSpPr>
          <p:cNvPr id="18" name="TextBox 17"/>
          <p:cNvSpPr txBox="1"/>
          <p:nvPr/>
        </p:nvSpPr>
        <p:spPr>
          <a:xfrm>
            <a:off x="5913120" y="5882640"/>
            <a:ext cx="1005840" cy="204825"/>
          </a:xfrm>
          <a:prstGeom prst="rect">
            <a:avLst/>
          </a:prstGeom>
          <a:noFill/>
        </p:spPr>
        <p:txBody>
          <a:bodyPr wrap="none" lIns="0" rIns="0" tIns="0" bIns="0">
            <a:spAutoFit/>
          </a:bodyPr>
          <a:lstStyle/>
          <a:p>
            <a:pPr>
              <a:lnSpc>
                <a:spcPts val="1252"/>
              </a:lnSpc>
              <a:spcBef>
                <a:spcPts val="0"/>
              </a:spcBef>
              <a:spcAft>
                <a:spcPts val="0"/>
              </a:spcAft>
              <a:defRPr sz="1080" b="0">
                <a:solidFill>
                  <a:srgbClr val="C4D3EC"/>
                </a:solidFill>
                <a:latin typeface="Arial"/>
              </a:defRPr>
            </a:pPr>
            <a:r>
              <a:t>#7EE4D6</a:t>
            </a:r>
          </a:p>
        </p:txBody>
      </p:sp>
      <p:sp>
        <p:nvSpPr>
          <p:cNvPr id="19" name="Rounded Rectangle 18"/>
          <p:cNvSpPr/>
          <p:nvPr/>
        </p:nvSpPr>
        <p:spPr>
          <a:xfrm>
            <a:off x="7086600" y="5257800"/>
            <a:ext cx="2011680" cy="495299"/>
          </a:xfrm>
          <a:prstGeom prst="roundRect">
            <a:avLst>
              <a:gd name="adj" fmla="val 8000"/>
            </a:avLst>
          </a:prstGeom>
          <a:solidFill>
            <a:srgbClr val="FF7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86600" y="5859780"/>
            <a:ext cx="1219200" cy="240182"/>
          </a:xfrm>
          <a:prstGeom prst="rect">
            <a:avLst/>
          </a:prstGeom>
          <a:noFill/>
        </p:spPr>
        <p:txBody>
          <a:bodyPr wrap="none" lIns="0" rIns="0" tIns="0" bIns="0">
            <a:spAutoFit/>
          </a:bodyPr>
          <a:lstStyle/>
          <a:p>
            <a:pPr>
              <a:lnSpc>
                <a:spcPts val="1531"/>
              </a:lnSpc>
              <a:spcBef>
                <a:spcPts val="0"/>
              </a:spcBef>
              <a:spcAft>
                <a:spcPts val="0"/>
              </a:spcAft>
              <a:defRPr sz="1320" b="1">
                <a:solidFill>
                  <a:srgbClr val="F7F6EF"/>
                </a:solidFill>
                <a:latin typeface="Arial"/>
              </a:defRPr>
            </a:pPr>
            <a:r>
              <a:t>Coral</a:t>
            </a:r>
          </a:p>
        </p:txBody>
      </p:sp>
      <p:sp>
        <p:nvSpPr>
          <p:cNvPr id="21" name="TextBox 20"/>
          <p:cNvSpPr txBox="1"/>
          <p:nvPr/>
        </p:nvSpPr>
        <p:spPr>
          <a:xfrm>
            <a:off x="8092440" y="5882640"/>
            <a:ext cx="1005840" cy="204825"/>
          </a:xfrm>
          <a:prstGeom prst="rect">
            <a:avLst/>
          </a:prstGeom>
          <a:noFill/>
        </p:spPr>
        <p:txBody>
          <a:bodyPr wrap="none" lIns="0" rIns="0" tIns="0" bIns="0">
            <a:spAutoFit/>
          </a:bodyPr>
          <a:lstStyle/>
          <a:p>
            <a:pPr>
              <a:lnSpc>
                <a:spcPts val="1252"/>
              </a:lnSpc>
              <a:spcBef>
                <a:spcPts val="0"/>
              </a:spcBef>
              <a:spcAft>
                <a:spcPts val="0"/>
              </a:spcAft>
              <a:defRPr sz="1080" b="0">
                <a:solidFill>
                  <a:srgbClr val="C4D3EC"/>
                </a:solidFill>
                <a:latin typeface="Arial"/>
              </a:defRPr>
            </a:pPr>
            <a:r>
              <a:t>#FF765F</a:t>
            </a:r>
          </a:p>
        </p:txBody>
      </p:sp>
      <p:sp>
        <p:nvSpPr>
          <p:cNvPr id="22" name="Rounded Rectangle 21"/>
          <p:cNvSpPr/>
          <p:nvPr/>
        </p:nvSpPr>
        <p:spPr>
          <a:xfrm>
            <a:off x="9265920" y="5257800"/>
            <a:ext cx="2011680" cy="495299"/>
          </a:xfrm>
          <a:prstGeom prst="roundRect">
            <a:avLst>
              <a:gd name="adj" fmla="val 8000"/>
            </a:avLst>
          </a:prstGeom>
          <a:solidFill>
            <a:srgbClr val="F7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65920" y="5859780"/>
            <a:ext cx="1219200" cy="240182"/>
          </a:xfrm>
          <a:prstGeom prst="rect">
            <a:avLst/>
          </a:prstGeom>
          <a:noFill/>
        </p:spPr>
        <p:txBody>
          <a:bodyPr wrap="none" lIns="0" rIns="0" tIns="0" bIns="0">
            <a:spAutoFit/>
          </a:bodyPr>
          <a:lstStyle/>
          <a:p>
            <a:pPr>
              <a:lnSpc>
                <a:spcPts val="1531"/>
              </a:lnSpc>
              <a:spcBef>
                <a:spcPts val="0"/>
              </a:spcBef>
              <a:spcAft>
                <a:spcPts val="0"/>
              </a:spcAft>
              <a:defRPr sz="1320" b="1">
                <a:solidFill>
                  <a:srgbClr val="F7F6EF"/>
                </a:solidFill>
                <a:latin typeface="Arial"/>
              </a:defRPr>
            </a:pPr>
            <a:r>
              <a:t>Ivory</a:t>
            </a:r>
          </a:p>
        </p:txBody>
      </p:sp>
      <p:sp>
        <p:nvSpPr>
          <p:cNvPr id="24" name="TextBox 23"/>
          <p:cNvSpPr txBox="1"/>
          <p:nvPr/>
        </p:nvSpPr>
        <p:spPr>
          <a:xfrm>
            <a:off x="10271760" y="5882640"/>
            <a:ext cx="1005840" cy="204825"/>
          </a:xfrm>
          <a:prstGeom prst="rect">
            <a:avLst/>
          </a:prstGeom>
          <a:noFill/>
        </p:spPr>
        <p:txBody>
          <a:bodyPr wrap="none" lIns="0" rIns="0" tIns="0" bIns="0">
            <a:spAutoFit/>
          </a:bodyPr>
          <a:lstStyle/>
          <a:p>
            <a:pPr>
              <a:lnSpc>
                <a:spcPts val="1252"/>
              </a:lnSpc>
              <a:spcBef>
                <a:spcPts val="0"/>
              </a:spcBef>
              <a:spcAft>
                <a:spcPts val="0"/>
              </a:spcAft>
              <a:defRPr sz="1080" b="0">
                <a:solidFill>
                  <a:srgbClr val="C4D3EC"/>
                </a:solidFill>
                <a:latin typeface="Arial"/>
              </a:defRPr>
            </a:pPr>
            <a:r>
              <a:t>#F7F6EF</a:t>
            </a:r>
          </a:p>
        </p:txBody>
      </p:sp>
      <p:sp>
        <p:nvSpPr>
          <p:cNvPr id="25" name="Rectangle 24"/>
          <p:cNvSpPr/>
          <p:nvPr/>
        </p:nvSpPr>
        <p:spPr>
          <a:xfrm>
            <a:off x="548640" y="6400800"/>
            <a:ext cx="11094720" cy="7620"/>
          </a:xfrm>
          <a:prstGeom prst="rect">
            <a:avLst/>
          </a:prstGeom>
          <a:solidFill>
            <a:srgbClr val="34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6515100"/>
            <a:ext cx="6477000" cy="195986"/>
          </a:xfrm>
          <a:prstGeom prst="rect">
            <a:avLst/>
          </a:prstGeom>
          <a:noFill/>
        </p:spPr>
        <p:txBody>
          <a:bodyPr wrap="none" lIns="0" rIns="0" tIns="0" bIns="0">
            <a:spAutoFit/>
          </a:bodyPr>
          <a:lstStyle/>
          <a:p>
            <a:pPr>
              <a:lnSpc>
                <a:spcPts val="1183"/>
              </a:lnSpc>
              <a:spcBef>
                <a:spcPts val="0"/>
              </a:spcBef>
              <a:spcAft>
                <a:spcPts val="0"/>
              </a:spcAft>
              <a:defRPr sz="1019" b="0">
                <a:solidFill>
                  <a:srgbClr val="C4D3EC"/>
                </a:solidFill>
                <a:latin typeface="Arial"/>
              </a:defRPr>
            </a:pPr>
            <a:r>
              <a:t>PEOPLE. STORIES. POSSIBILITIES.</a:t>
            </a:r>
          </a:p>
        </p:txBody>
      </p:sp>
      <p:sp>
        <p:nvSpPr>
          <p:cNvPr id="27" name="TextBox 26"/>
          <p:cNvSpPr txBox="1"/>
          <p:nvPr/>
        </p:nvSpPr>
        <p:spPr>
          <a:xfrm>
            <a:off x="10896600" y="6515100"/>
            <a:ext cx="762000" cy="195986"/>
          </a:xfrm>
          <a:prstGeom prst="rect">
            <a:avLst/>
          </a:prstGeom>
          <a:noFill/>
        </p:spPr>
        <p:txBody>
          <a:bodyPr wrap="none" lIns="0" rIns="0" tIns="0" bIns="0">
            <a:spAutoFit/>
          </a:bodyPr>
          <a:lstStyle/>
          <a:p>
            <a:pPr>
              <a:lnSpc>
                <a:spcPts val="1183"/>
              </a:lnSpc>
              <a:spcBef>
                <a:spcPts val="0"/>
              </a:spcBef>
              <a:spcAft>
                <a:spcPts val="0"/>
              </a:spcAft>
              <a:defRPr sz="1019" b="0">
                <a:solidFill>
                  <a:srgbClr val="C4D3EC"/>
                </a:solidFill>
                <a:latin typeface="Arial"/>
              </a:defRPr>
            </a:pPr>
            <a: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1A43"/>
        </a:solidFill>
        <a:effectLst/>
      </p:bgPr>
    </p:bg>
    <p:spTree>
      <p:nvGrpSpPr>
        <p:cNvPr id="1" name=""/>
        <p:cNvGrpSpPr/>
        <p:nvPr/>
      </p:nvGrpSpPr>
      <p:grpSpPr/>
      <p:sp>
        <p:nvSpPr>
          <p:cNvPr id="2" name="TextBox 1"/>
          <p:cNvSpPr txBox="1"/>
          <p:nvPr/>
        </p:nvSpPr>
        <p:spPr>
          <a:xfrm>
            <a:off x="548640" y="259080"/>
            <a:ext cx="4953000" cy="222504"/>
          </a:xfrm>
          <a:prstGeom prst="rect">
            <a:avLst/>
          </a:prstGeom>
          <a:noFill/>
        </p:spPr>
        <p:txBody>
          <a:bodyPr wrap="none" lIns="0" rIns="0" tIns="0" bIns="0">
            <a:spAutoFit/>
          </a:bodyPr>
          <a:lstStyle/>
          <a:p>
            <a:pPr>
              <a:lnSpc>
                <a:spcPts val="1391"/>
              </a:lnSpc>
              <a:spcBef>
                <a:spcPts val="0"/>
              </a:spcBef>
              <a:spcAft>
                <a:spcPts val="0"/>
              </a:spcAft>
              <a:defRPr sz="1200" b="1">
                <a:solidFill>
                  <a:srgbClr val="7EE4D6"/>
                </a:solidFill>
                <a:latin typeface="Arial"/>
              </a:defRPr>
            </a:pPr>
            <a:r>
              <a:t>HSIYC / MEDIA &amp; PUBLICITY DEPARTMENT</a:t>
            </a:r>
          </a:p>
        </p:txBody>
      </p:sp>
      <p:sp>
        <p:nvSpPr>
          <p:cNvPr id="3" name="TextBox 2"/>
          <p:cNvSpPr txBox="1"/>
          <p:nvPr/>
        </p:nvSpPr>
        <p:spPr>
          <a:xfrm>
            <a:off x="8458200" y="274320"/>
            <a:ext cx="3200400" cy="204825"/>
          </a:xfrm>
          <a:prstGeom prst="rect">
            <a:avLst/>
          </a:prstGeom>
          <a:noFill/>
        </p:spPr>
        <p:txBody>
          <a:bodyPr wrap="none" lIns="0" rIns="0" tIns="0" bIns="0">
            <a:spAutoFit/>
          </a:bodyPr>
          <a:lstStyle/>
          <a:p>
            <a:pPr>
              <a:lnSpc>
                <a:spcPts val="1252"/>
              </a:lnSpc>
              <a:spcBef>
                <a:spcPts val="0"/>
              </a:spcBef>
              <a:spcAft>
                <a:spcPts val="0"/>
              </a:spcAft>
              <a:defRPr sz="1080" b="0">
                <a:solidFill>
                  <a:srgbClr val="C4D3EC"/>
                </a:solidFill>
                <a:latin typeface="Arial"/>
              </a:defRPr>
            </a:pPr>
            <a:r>
              <a:t>03 / ACTIVITIES</a:t>
            </a:r>
          </a:p>
        </p:txBody>
      </p:sp>
      <p:sp>
        <p:nvSpPr>
          <p:cNvPr id="4" name="TextBox 3"/>
          <p:cNvSpPr txBox="1"/>
          <p:nvPr/>
        </p:nvSpPr>
        <p:spPr>
          <a:xfrm>
            <a:off x="548640" y="853440"/>
            <a:ext cx="10668000" cy="222504"/>
          </a:xfrm>
          <a:prstGeom prst="rect">
            <a:avLst/>
          </a:prstGeom>
          <a:noFill/>
        </p:spPr>
        <p:txBody>
          <a:bodyPr wrap="none" lIns="0" rIns="0" tIns="0" bIns="0">
            <a:spAutoFit/>
          </a:bodyPr>
          <a:lstStyle/>
          <a:p>
            <a:pPr>
              <a:lnSpc>
                <a:spcPts val="1391"/>
              </a:lnSpc>
              <a:spcBef>
                <a:spcPts val="0"/>
              </a:spcBef>
              <a:spcAft>
                <a:spcPts val="0"/>
              </a:spcAft>
              <a:defRPr sz="1200" b="1">
                <a:solidFill>
                  <a:srgbClr val="7EE4D6"/>
                </a:solidFill>
                <a:latin typeface="Arial"/>
              </a:defRPr>
            </a:pPr>
            <a:r>
              <a:t>THREE IDEAS. ONE COHESIVE IDENTITY.</a:t>
            </a:r>
          </a:p>
        </p:txBody>
      </p:sp>
      <p:sp>
        <p:nvSpPr>
          <p:cNvPr id="5" name="TextBox 4"/>
          <p:cNvSpPr txBox="1"/>
          <p:nvPr/>
        </p:nvSpPr>
        <p:spPr>
          <a:xfrm>
            <a:off x="548640" y="1165860"/>
            <a:ext cx="11049000" cy="595122"/>
          </a:xfrm>
          <a:prstGeom prst="rect">
            <a:avLst/>
          </a:prstGeom>
          <a:noFill/>
        </p:spPr>
        <p:txBody>
          <a:bodyPr wrap="none" lIns="0" rIns="0" tIns="0" bIns="0">
            <a:spAutoFit/>
          </a:bodyPr>
          <a:lstStyle/>
          <a:p>
            <a:pPr>
              <a:lnSpc>
                <a:spcPts val="4326"/>
              </a:lnSpc>
              <a:spcBef>
                <a:spcPts val="0"/>
              </a:spcBef>
              <a:spcAft>
                <a:spcPts val="0"/>
              </a:spcAft>
              <a:defRPr sz="4200" b="1">
                <a:solidFill>
                  <a:srgbClr val="F7F6EF"/>
                </a:solidFill>
                <a:latin typeface="Arial"/>
              </a:defRPr>
            </a:pPr>
            <a:r>
              <a:t>ACTIVITIES, IN FULL COLOR.</a:t>
            </a:r>
          </a:p>
        </p:txBody>
      </p:sp>
      <p:pic>
        <p:nvPicPr>
          <p:cNvPr id="6" name="Picture 5" descr="scene-stories.png"/>
          <p:cNvPicPr>
            <a:picLocks noChangeAspect="1"/>
          </p:cNvPicPr>
          <p:nvPr/>
        </p:nvPicPr>
        <p:blipFill>
          <a:blip r:embed="rId2"/>
          <a:srcRect l="54" r="54"/>
          <a:stretch>
            <a:fillRect/>
          </a:stretch>
        </p:blipFill>
        <p:spPr>
          <a:xfrm>
            <a:off x="548640" y="2148840"/>
            <a:ext cx="3550920" cy="2369820"/>
          </a:xfrm>
          <a:prstGeom prst="rect">
            <a:avLst/>
          </a:prstGeom>
        </p:spPr>
      </p:pic>
      <p:sp>
        <p:nvSpPr>
          <p:cNvPr id="7" name="TextBox 6"/>
          <p:cNvSpPr txBox="1"/>
          <p:nvPr/>
        </p:nvSpPr>
        <p:spPr>
          <a:xfrm>
            <a:off x="548640" y="4716780"/>
            <a:ext cx="3550920" cy="204825"/>
          </a:xfrm>
          <a:prstGeom prst="rect">
            <a:avLst/>
          </a:prstGeom>
          <a:noFill/>
        </p:spPr>
        <p:txBody>
          <a:bodyPr wrap="none" lIns="0" rIns="0" tIns="0" bIns="0">
            <a:spAutoFit/>
          </a:bodyPr>
          <a:lstStyle/>
          <a:p>
            <a:pPr>
              <a:lnSpc>
                <a:spcPts val="1252"/>
              </a:lnSpc>
              <a:spcBef>
                <a:spcPts val="0"/>
              </a:spcBef>
              <a:spcAft>
                <a:spcPts val="0"/>
              </a:spcAft>
              <a:defRPr sz="1080" b="1">
                <a:solidFill>
                  <a:srgbClr val="7EE4D6"/>
                </a:solidFill>
                <a:latin typeface="Arial"/>
              </a:defRPr>
            </a:pPr>
            <a:r>
              <a:t>01 / CAMPUS LIFE</a:t>
            </a:r>
          </a:p>
        </p:txBody>
      </p:sp>
      <p:sp>
        <p:nvSpPr>
          <p:cNvPr id="8" name="TextBox 7"/>
          <p:cNvSpPr txBox="1"/>
          <p:nvPr/>
        </p:nvSpPr>
        <p:spPr>
          <a:xfrm>
            <a:off x="548640" y="4998720"/>
            <a:ext cx="3550920" cy="346252"/>
          </a:xfrm>
          <a:prstGeom prst="rect">
            <a:avLst/>
          </a:prstGeom>
          <a:noFill/>
        </p:spPr>
        <p:txBody>
          <a:bodyPr wrap="none" lIns="0" rIns="0" tIns="0" bIns="0">
            <a:spAutoFit/>
          </a:bodyPr>
          <a:lstStyle/>
          <a:p>
            <a:pPr>
              <a:lnSpc>
                <a:spcPts val="2366"/>
              </a:lnSpc>
              <a:spcBef>
                <a:spcPts val="0"/>
              </a:spcBef>
              <a:spcAft>
                <a:spcPts val="0"/>
              </a:spcAft>
              <a:defRPr sz="2039" b="1">
                <a:solidFill>
                  <a:srgbClr val="F7F6EF"/>
                </a:solidFill>
                <a:latin typeface="Arial"/>
              </a:defRPr>
            </a:pPr>
            <a:r>
              <a:t>Campus stories</a:t>
            </a:r>
          </a:p>
        </p:txBody>
      </p:sp>
      <p:sp>
        <p:nvSpPr>
          <p:cNvPr id="9" name="TextBox 8"/>
          <p:cNvSpPr txBox="1"/>
          <p:nvPr/>
        </p:nvSpPr>
        <p:spPr>
          <a:xfrm>
            <a:off x="548640" y="5387340"/>
            <a:ext cx="3429000" cy="487680"/>
          </a:xfrm>
          <a:prstGeom prst="rect">
            <a:avLst/>
          </a:prstGeom>
          <a:noFill/>
        </p:spPr>
        <p:txBody>
          <a:bodyPr wrap="none" lIns="0" rIns="0" tIns="0" bIns="0">
            <a:spAutoFit/>
          </a:bodyPr>
          <a:lstStyle/>
          <a:p>
            <a:pPr>
              <a:lnSpc>
                <a:spcPts val="1739"/>
              </a:lnSpc>
              <a:spcBef>
                <a:spcPts val="0"/>
              </a:spcBef>
              <a:spcAft>
                <a:spcPts val="0"/>
              </a:spcAft>
              <a:defRPr sz="1500" b="0">
                <a:solidFill>
                  <a:srgbClr val="C4D3EC"/>
                </a:solidFill>
                <a:latin typeface="Arial"/>
              </a:defRPr>
            </a:pPr>
            <a:r>
              <a:t>Portraits and short stories that give</a:t>
            </a:r>
          </a:p>
          <a:p>
            <a:pPr>
              <a:lnSpc>
                <a:spcPts val="1739"/>
              </a:lnSpc>
              <a:spcBef>
                <a:spcPts val="0"/>
              </a:spcBef>
              <a:spcAft>
                <a:spcPts val="0"/>
              </a:spcAft>
              <a:defRPr sz="1500" b="0">
                <a:solidFill>
                  <a:srgbClr val="C4D3EC"/>
                </a:solidFill>
                <a:latin typeface="Arial"/>
              </a:defRPr>
            </a:pPr>
            <a:r>
              <a:t>different campus voices a space.</a:t>
            </a:r>
          </a:p>
        </p:txBody>
      </p:sp>
      <p:pic>
        <p:nvPicPr>
          <p:cNvPr id="10" name="Picture 9" descr="scene-workshop.png"/>
          <p:cNvPicPr>
            <a:picLocks noChangeAspect="1"/>
          </p:cNvPicPr>
          <p:nvPr/>
        </p:nvPicPr>
        <p:blipFill>
          <a:blip r:embed="rId3"/>
          <a:srcRect l="54" r="54"/>
          <a:stretch>
            <a:fillRect/>
          </a:stretch>
        </p:blipFill>
        <p:spPr>
          <a:xfrm>
            <a:off x="4320540" y="2148840"/>
            <a:ext cx="3550920" cy="2369820"/>
          </a:xfrm>
          <a:prstGeom prst="rect">
            <a:avLst/>
          </a:prstGeom>
        </p:spPr>
      </p:pic>
      <p:sp>
        <p:nvSpPr>
          <p:cNvPr id="11" name="TextBox 10"/>
          <p:cNvSpPr txBox="1"/>
          <p:nvPr/>
        </p:nvSpPr>
        <p:spPr>
          <a:xfrm>
            <a:off x="4320540" y="4716780"/>
            <a:ext cx="3550920" cy="204825"/>
          </a:xfrm>
          <a:prstGeom prst="rect">
            <a:avLst/>
          </a:prstGeom>
          <a:noFill/>
        </p:spPr>
        <p:txBody>
          <a:bodyPr wrap="none" lIns="0" rIns="0" tIns="0" bIns="0">
            <a:spAutoFit/>
          </a:bodyPr>
          <a:lstStyle/>
          <a:p>
            <a:pPr>
              <a:lnSpc>
                <a:spcPts val="1252"/>
              </a:lnSpc>
              <a:spcBef>
                <a:spcPts val="0"/>
              </a:spcBef>
              <a:spcAft>
                <a:spcPts val="0"/>
              </a:spcAft>
              <a:defRPr sz="1080" b="1">
                <a:solidFill>
                  <a:srgbClr val="7EE4D6"/>
                </a:solidFill>
                <a:latin typeface="Arial"/>
              </a:defRPr>
            </a:pPr>
            <a:r>
              <a:t>02 / WORKSHOPS</a:t>
            </a:r>
          </a:p>
        </p:txBody>
      </p:sp>
      <p:sp>
        <p:nvSpPr>
          <p:cNvPr id="12" name="TextBox 11"/>
          <p:cNvSpPr txBox="1"/>
          <p:nvPr/>
        </p:nvSpPr>
        <p:spPr>
          <a:xfrm>
            <a:off x="4320540" y="4998720"/>
            <a:ext cx="3550920" cy="346252"/>
          </a:xfrm>
          <a:prstGeom prst="rect">
            <a:avLst/>
          </a:prstGeom>
          <a:noFill/>
        </p:spPr>
        <p:txBody>
          <a:bodyPr wrap="none" lIns="0" rIns="0" tIns="0" bIns="0">
            <a:spAutoFit/>
          </a:bodyPr>
          <a:lstStyle/>
          <a:p>
            <a:pPr>
              <a:lnSpc>
                <a:spcPts val="2366"/>
              </a:lnSpc>
              <a:spcBef>
                <a:spcPts val="0"/>
              </a:spcBef>
              <a:spcAft>
                <a:spcPts val="0"/>
              </a:spcAft>
              <a:defRPr sz="2039" b="1">
                <a:solidFill>
                  <a:srgbClr val="F7F6EF"/>
                </a:solidFill>
                <a:latin typeface="Arial"/>
              </a:defRPr>
            </a:pPr>
            <a:r>
              <a:t>Creative lab</a:t>
            </a:r>
          </a:p>
        </p:txBody>
      </p:sp>
      <p:sp>
        <p:nvSpPr>
          <p:cNvPr id="13" name="TextBox 12"/>
          <p:cNvSpPr txBox="1"/>
          <p:nvPr/>
        </p:nvSpPr>
        <p:spPr>
          <a:xfrm>
            <a:off x="4320540" y="5387340"/>
            <a:ext cx="3429000" cy="487680"/>
          </a:xfrm>
          <a:prstGeom prst="rect">
            <a:avLst/>
          </a:prstGeom>
          <a:noFill/>
        </p:spPr>
        <p:txBody>
          <a:bodyPr wrap="none" lIns="0" rIns="0" tIns="0" bIns="0">
            <a:spAutoFit/>
          </a:bodyPr>
          <a:lstStyle/>
          <a:p>
            <a:pPr>
              <a:lnSpc>
                <a:spcPts val="1739"/>
              </a:lnSpc>
              <a:spcBef>
                <a:spcPts val="0"/>
              </a:spcBef>
              <a:spcAft>
                <a:spcPts val="0"/>
              </a:spcAft>
              <a:defRPr sz="1500" b="0">
                <a:solidFill>
                  <a:srgbClr val="C4D3EC"/>
                </a:solidFill>
                <a:latin typeface="Arial"/>
              </a:defRPr>
            </a:pPr>
            <a:r>
              <a:t>Hands-on sessions for photography,</a:t>
            </a:r>
          </a:p>
          <a:p>
            <a:pPr>
              <a:lnSpc>
                <a:spcPts val="1739"/>
              </a:lnSpc>
              <a:spcBef>
                <a:spcPts val="0"/>
              </a:spcBef>
              <a:spcAft>
                <a:spcPts val="0"/>
              </a:spcAft>
              <a:defRPr sz="1500" b="0">
                <a:solidFill>
                  <a:srgbClr val="C4D3EC"/>
                </a:solidFill>
                <a:latin typeface="Arial"/>
              </a:defRPr>
            </a:pPr>
            <a:r>
              <a:t>design, writing, and filmmaking.</a:t>
            </a:r>
          </a:p>
        </p:txBody>
      </p:sp>
      <p:pic>
        <p:nvPicPr>
          <p:cNvPr id="14" name="Picture 13" descr="scene-creations.png"/>
          <p:cNvPicPr>
            <a:picLocks noChangeAspect="1"/>
          </p:cNvPicPr>
          <p:nvPr/>
        </p:nvPicPr>
        <p:blipFill>
          <a:blip r:embed="rId4"/>
          <a:srcRect l="54" r="54"/>
          <a:stretch>
            <a:fillRect/>
          </a:stretch>
        </p:blipFill>
        <p:spPr>
          <a:xfrm>
            <a:off x="8092440" y="2148840"/>
            <a:ext cx="3550920" cy="2369820"/>
          </a:xfrm>
          <a:prstGeom prst="rect">
            <a:avLst/>
          </a:prstGeom>
        </p:spPr>
      </p:pic>
      <p:sp>
        <p:nvSpPr>
          <p:cNvPr id="15" name="TextBox 14"/>
          <p:cNvSpPr txBox="1"/>
          <p:nvPr/>
        </p:nvSpPr>
        <p:spPr>
          <a:xfrm>
            <a:off x="8092440" y="4716780"/>
            <a:ext cx="3550920" cy="204825"/>
          </a:xfrm>
          <a:prstGeom prst="rect">
            <a:avLst/>
          </a:prstGeom>
          <a:noFill/>
        </p:spPr>
        <p:txBody>
          <a:bodyPr wrap="none" lIns="0" rIns="0" tIns="0" bIns="0">
            <a:spAutoFit/>
          </a:bodyPr>
          <a:lstStyle/>
          <a:p>
            <a:pPr>
              <a:lnSpc>
                <a:spcPts val="1252"/>
              </a:lnSpc>
              <a:spcBef>
                <a:spcPts val="0"/>
              </a:spcBef>
              <a:spcAft>
                <a:spcPts val="0"/>
              </a:spcAft>
              <a:defRPr sz="1080" b="1">
                <a:solidFill>
                  <a:srgbClr val="7EE4D6"/>
                </a:solidFill>
                <a:latin typeface="Arial"/>
              </a:defRPr>
            </a:pPr>
            <a:r>
              <a:t>03 / OUR CREATIONS</a:t>
            </a:r>
          </a:p>
        </p:txBody>
      </p:sp>
      <p:sp>
        <p:nvSpPr>
          <p:cNvPr id="16" name="TextBox 15"/>
          <p:cNvSpPr txBox="1"/>
          <p:nvPr/>
        </p:nvSpPr>
        <p:spPr>
          <a:xfrm>
            <a:off x="8092440" y="4998720"/>
            <a:ext cx="3550920" cy="346252"/>
          </a:xfrm>
          <a:prstGeom prst="rect">
            <a:avLst/>
          </a:prstGeom>
          <a:noFill/>
        </p:spPr>
        <p:txBody>
          <a:bodyPr wrap="none" lIns="0" rIns="0" tIns="0" bIns="0">
            <a:spAutoFit/>
          </a:bodyPr>
          <a:lstStyle/>
          <a:p>
            <a:pPr>
              <a:lnSpc>
                <a:spcPts val="2366"/>
              </a:lnSpc>
              <a:spcBef>
                <a:spcPts val="0"/>
              </a:spcBef>
              <a:spcAft>
                <a:spcPts val="0"/>
              </a:spcAft>
              <a:defRPr sz="2039" b="1">
                <a:solidFill>
                  <a:srgbClr val="F7F6EF"/>
                </a:solidFill>
                <a:latin typeface="Arial"/>
              </a:defRPr>
            </a:pPr>
            <a:r>
              <a:t>Design explorations</a:t>
            </a:r>
          </a:p>
        </p:txBody>
      </p:sp>
      <p:sp>
        <p:nvSpPr>
          <p:cNvPr id="17" name="TextBox 16"/>
          <p:cNvSpPr txBox="1"/>
          <p:nvPr/>
        </p:nvSpPr>
        <p:spPr>
          <a:xfrm>
            <a:off x="8092440" y="5387340"/>
            <a:ext cx="3429000" cy="487680"/>
          </a:xfrm>
          <a:prstGeom prst="rect">
            <a:avLst/>
          </a:prstGeom>
          <a:noFill/>
        </p:spPr>
        <p:txBody>
          <a:bodyPr wrap="none" lIns="0" rIns="0" tIns="0" bIns="0">
            <a:spAutoFit/>
          </a:bodyPr>
          <a:lstStyle/>
          <a:p>
            <a:pPr>
              <a:lnSpc>
                <a:spcPts val="1739"/>
              </a:lnSpc>
              <a:spcBef>
                <a:spcPts val="0"/>
              </a:spcBef>
              <a:spcAft>
                <a:spcPts val="0"/>
              </a:spcAft>
              <a:defRPr sz="1500" b="0">
                <a:solidFill>
                  <a:srgbClr val="C4D3EC"/>
                </a:solidFill>
                <a:latin typeface="Arial"/>
              </a:defRPr>
            </a:pPr>
            <a:r>
              <a:t>A showcase of playful experiments</a:t>
            </a:r>
          </a:p>
          <a:p>
            <a:pPr>
              <a:lnSpc>
                <a:spcPts val="1739"/>
              </a:lnSpc>
              <a:spcBef>
                <a:spcPts val="0"/>
              </a:spcBef>
              <a:spcAft>
                <a:spcPts val="0"/>
              </a:spcAft>
              <a:defRPr sz="1500" b="0">
                <a:solidFill>
                  <a:srgbClr val="C4D3EC"/>
                </a:solidFill>
                <a:latin typeface="Arial"/>
              </a:defRPr>
            </a:pPr>
            <a:r>
              <a:t>using the HSIYC visual identity.</a:t>
            </a:r>
          </a:p>
        </p:txBody>
      </p:sp>
      <p:sp>
        <p:nvSpPr>
          <p:cNvPr id="18" name="TextBox 17"/>
          <p:cNvSpPr txBox="1"/>
          <p:nvPr/>
        </p:nvSpPr>
        <p:spPr>
          <a:xfrm>
            <a:off x="548640" y="6172200"/>
            <a:ext cx="10668000" cy="195986"/>
          </a:xfrm>
          <a:prstGeom prst="rect">
            <a:avLst/>
          </a:prstGeom>
          <a:noFill/>
        </p:spPr>
        <p:txBody>
          <a:bodyPr wrap="none" lIns="0" rIns="0" tIns="0" bIns="0">
            <a:spAutoFit/>
          </a:bodyPr>
          <a:lstStyle/>
          <a:p>
            <a:pPr>
              <a:lnSpc>
                <a:spcPts val="1183"/>
              </a:lnSpc>
              <a:spcBef>
                <a:spcPts val="0"/>
              </a:spcBef>
              <a:spcAft>
                <a:spcPts val="0"/>
              </a:spcAft>
              <a:defRPr sz="1019" b="0">
                <a:solidFill>
                  <a:srgbClr val="C4D3EC"/>
                </a:solidFill>
                <a:latin typeface="Arial"/>
              </a:defRPr>
            </a:pPr>
            <a:r>
              <a:t>CURRENT CONTENT: PROPOSED ACTIVITIES</a:t>
            </a:r>
          </a:p>
        </p:txBody>
      </p:sp>
      <p:sp>
        <p:nvSpPr>
          <p:cNvPr id="19" name="Rectangle 18"/>
          <p:cNvSpPr/>
          <p:nvPr/>
        </p:nvSpPr>
        <p:spPr>
          <a:xfrm>
            <a:off x="548640" y="6400800"/>
            <a:ext cx="11094720" cy="7620"/>
          </a:xfrm>
          <a:prstGeom prst="rect">
            <a:avLst/>
          </a:prstGeom>
          <a:solidFill>
            <a:srgbClr val="34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5100"/>
            <a:ext cx="6477000" cy="195986"/>
          </a:xfrm>
          <a:prstGeom prst="rect">
            <a:avLst/>
          </a:prstGeom>
          <a:noFill/>
        </p:spPr>
        <p:txBody>
          <a:bodyPr wrap="none" lIns="0" rIns="0" tIns="0" bIns="0">
            <a:spAutoFit/>
          </a:bodyPr>
          <a:lstStyle/>
          <a:p>
            <a:pPr>
              <a:lnSpc>
                <a:spcPts val="1183"/>
              </a:lnSpc>
              <a:spcBef>
                <a:spcPts val="0"/>
              </a:spcBef>
              <a:spcAft>
                <a:spcPts val="0"/>
              </a:spcAft>
              <a:defRPr sz="1019" b="0">
                <a:solidFill>
                  <a:srgbClr val="C4D3EC"/>
                </a:solidFill>
                <a:latin typeface="Arial"/>
              </a:defRPr>
            </a:pPr>
            <a:r>
              <a:t>PEOPLE. STORIES. POSSIBILITIES.</a:t>
            </a:r>
          </a:p>
        </p:txBody>
      </p:sp>
      <p:sp>
        <p:nvSpPr>
          <p:cNvPr id="21" name="TextBox 20"/>
          <p:cNvSpPr txBox="1"/>
          <p:nvPr/>
        </p:nvSpPr>
        <p:spPr>
          <a:xfrm>
            <a:off x="10896600" y="6515100"/>
            <a:ext cx="762000" cy="195986"/>
          </a:xfrm>
          <a:prstGeom prst="rect">
            <a:avLst/>
          </a:prstGeom>
          <a:noFill/>
        </p:spPr>
        <p:txBody>
          <a:bodyPr wrap="none" lIns="0" rIns="0" tIns="0" bIns="0">
            <a:spAutoFit/>
          </a:bodyPr>
          <a:lstStyle/>
          <a:p>
            <a:pPr>
              <a:lnSpc>
                <a:spcPts val="1183"/>
              </a:lnSpc>
              <a:spcBef>
                <a:spcPts val="0"/>
              </a:spcBef>
              <a:spcAft>
                <a:spcPts val="0"/>
              </a:spcAft>
              <a:defRPr sz="1019" b="0">
                <a:solidFill>
                  <a:srgbClr val="C4D3EC"/>
                </a:solidFill>
                <a:latin typeface="Arial"/>
              </a:defRPr>
            </a:pPr>
            <a: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6EF"/>
        </a:solidFill>
        <a:effectLst/>
      </p:bgPr>
    </p:bg>
    <p:spTree>
      <p:nvGrpSpPr>
        <p:cNvPr id="1" name=""/>
        <p:cNvGrpSpPr/>
        <p:nvPr/>
      </p:nvGrpSpPr>
      <p:grpSpPr/>
      <p:sp>
        <p:nvSpPr>
          <p:cNvPr id="2" name="TextBox 1"/>
          <p:cNvSpPr txBox="1"/>
          <p:nvPr/>
        </p:nvSpPr>
        <p:spPr>
          <a:xfrm>
            <a:off x="548640" y="259080"/>
            <a:ext cx="4953000" cy="222504"/>
          </a:xfrm>
          <a:prstGeom prst="rect">
            <a:avLst/>
          </a:prstGeom>
          <a:noFill/>
        </p:spPr>
        <p:txBody>
          <a:bodyPr wrap="none" lIns="0" rIns="0" tIns="0" bIns="0">
            <a:spAutoFit/>
          </a:bodyPr>
          <a:lstStyle/>
          <a:p>
            <a:pPr>
              <a:lnSpc>
                <a:spcPts val="1391"/>
              </a:lnSpc>
              <a:spcBef>
                <a:spcPts val="0"/>
              </a:spcBef>
              <a:spcAft>
                <a:spcPts val="0"/>
              </a:spcAft>
              <a:defRPr sz="1200" b="1">
                <a:solidFill>
                  <a:srgbClr val="091A43"/>
                </a:solidFill>
                <a:latin typeface="Arial"/>
              </a:defRPr>
            </a:pPr>
            <a:r>
              <a:t>HSIYC / MEDIA &amp; PUBLICITY DEPARTMENT</a:t>
            </a:r>
          </a:p>
        </p:txBody>
      </p:sp>
      <p:sp>
        <p:nvSpPr>
          <p:cNvPr id="3" name="TextBox 2"/>
          <p:cNvSpPr txBox="1"/>
          <p:nvPr/>
        </p:nvSpPr>
        <p:spPr>
          <a:xfrm>
            <a:off x="8458200" y="274320"/>
            <a:ext cx="3200400" cy="204825"/>
          </a:xfrm>
          <a:prstGeom prst="rect">
            <a:avLst/>
          </a:prstGeom>
          <a:noFill/>
        </p:spPr>
        <p:txBody>
          <a:bodyPr wrap="none" lIns="0" rIns="0" tIns="0" bIns="0">
            <a:spAutoFit/>
          </a:bodyPr>
          <a:lstStyle/>
          <a:p>
            <a:pPr>
              <a:lnSpc>
                <a:spcPts val="1252"/>
              </a:lnSpc>
              <a:spcBef>
                <a:spcPts val="0"/>
              </a:spcBef>
              <a:spcAft>
                <a:spcPts val="0"/>
              </a:spcAft>
              <a:defRPr sz="1080" b="0">
                <a:solidFill>
                  <a:srgbClr val="52627C"/>
                </a:solidFill>
                <a:latin typeface="Arial"/>
              </a:defRPr>
            </a:pPr>
            <a:r>
              <a:t>04 / PEOPLE</a:t>
            </a:r>
          </a:p>
        </p:txBody>
      </p:sp>
      <p:sp>
        <p:nvSpPr>
          <p:cNvPr id="4" name="TextBox 3"/>
          <p:cNvSpPr txBox="1"/>
          <p:nvPr/>
        </p:nvSpPr>
        <p:spPr>
          <a:xfrm>
            <a:off x="548640" y="853440"/>
            <a:ext cx="10668000" cy="222504"/>
          </a:xfrm>
          <a:prstGeom prst="rect">
            <a:avLst/>
          </a:prstGeom>
          <a:noFill/>
        </p:spPr>
        <p:txBody>
          <a:bodyPr wrap="none" lIns="0" rIns="0" tIns="0" bIns="0">
            <a:spAutoFit/>
          </a:bodyPr>
          <a:lstStyle/>
          <a:p>
            <a:pPr>
              <a:lnSpc>
                <a:spcPts val="1391"/>
              </a:lnSpc>
              <a:spcBef>
                <a:spcPts val="0"/>
              </a:spcBef>
              <a:spcAft>
                <a:spcPts val="0"/>
              </a:spcAft>
              <a:defRPr sz="1200" b="1">
                <a:solidFill>
                  <a:srgbClr val="1463E8"/>
                </a:solidFill>
                <a:latin typeface="Arial"/>
              </a:defRPr>
            </a:pPr>
            <a:r>
              <a:t>THE PEOPLE BEHIND THE PIXELS</a:t>
            </a:r>
          </a:p>
        </p:txBody>
      </p:sp>
      <p:sp>
        <p:nvSpPr>
          <p:cNvPr id="5" name="TextBox 4"/>
          <p:cNvSpPr txBox="1"/>
          <p:nvPr/>
        </p:nvSpPr>
        <p:spPr>
          <a:xfrm>
            <a:off x="548640" y="1165860"/>
            <a:ext cx="11049000" cy="595122"/>
          </a:xfrm>
          <a:prstGeom prst="rect">
            <a:avLst/>
          </a:prstGeom>
          <a:noFill/>
        </p:spPr>
        <p:txBody>
          <a:bodyPr wrap="none" lIns="0" rIns="0" tIns="0" bIns="0">
            <a:spAutoFit/>
          </a:bodyPr>
          <a:lstStyle/>
          <a:p>
            <a:pPr>
              <a:lnSpc>
                <a:spcPts val="4326"/>
              </a:lnSpc>
              <a:spcBef>
                <a:spcPts val="0"/>
              </a:spcBef>
              <a:spcAft>
                <a:spcPts val="0"/>
              </a:spcAft>
              <a:defRPr sz="4200" b="1">
                <a:solidFill>
                  <a:srgbClr val="091A43"/>
                </a:solidFill>
                <a:latin typeface="Arial"/>
              </a:defRPr>
            </a:pPr>
            <a:r>
              <a:t>A CLEAR PLACE FOR EVERY ROLE.</a:t>
            </a:r>
          </a:p>
        </p:txBody>
      </p:sp>
      <p:pic>
        <p:nvPicPr>
          <p:cNvPr id="6" name="Picture 5" descr="people.png"/>
          <p:cNvPicPr>
            <a:picLocks noChangeAspect="1"/>
          </p:cNvPicPr>
          <p:nvPr/>
        </p:nvPicPr>
        <p:blipFill>
          <a:blip r:embed="rId2"/>
          <a:srcRect/>
          <a:stretch>
            <a:fillRect/>
          </a:stretch>
        </p:blipFill>
        <p:spPr>
          <a:xfrm>
            <a:off x="548640" y="2225355"/>
            <a:ext cx="6896099" cy="3527429"/>
          </a:xfrm>
          <a:prstGeom prst="rect">
            <a:avLst/>
          </a:prstGeom>
        </p:spPr>
      </p:pic>
      <p:sp>
        <p:nvSpPr>
          <p:cNvPr id="7" name="Rectangle 6"/>
          <p:cNvSpPr/>
          <p:nvPr/>
        </p:nvSpPr>
        <p:spPr>
          <a:xfrm>
            <a:off x="7848600" y="2217420"/>
            <a:ext cx="38100" cy="571500"/>
          </a:xfrm>
          <a:prstGeom prst="rect">
            <a:avLst/>
          </a:prstGeom>
          <a:solidFill>
            <a:srgbClr val="146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54340" y="2171700"/>
            <a:ext cx="3467100" cy="328574"/>
          </a:xfrm>
          <a:prstGeom prst="rect">
            <a:avLst/>
          </a:prstGeom>
          <a:noFill/>
        </p:spPr>
        <p:txBody>
          <a:bodyPr wrap="none" lIns="0" rIns="0" tIns="0" bIns="0">
            <a:spAutoFit/>
          </a:bodyPr>
          <a:lstStyle/>
          <a:p>
            <a:pPr>
              <a:lnSpc>
                <a:spcPts val="2227"/>
              </a:lnSpc>
              <a:spcBef>
                <a:spcPts val="0"/>
              </a:spcBef>
              <a:spcAft>
                <a:spcPts val="0"/>
              </a:spcAft>
              <a:defRPr sz="1920" b="1">
                <a:solidFill>
                  <a:srgbClr val="091A43"/>
                </a:solidFill>
                <a:latin typeface="Arial"/>
              </a:defRPr>
            </a:pPr>
            <a:r>
              <a:t>Leader</a:t>
            </a:r>
          </a:p>
        </p:txBody>
      </p:sp>
      <p:sp>
        <p:nvSpPr>
          <p:cNvPr id="9" name="TextBox 8"/>
          <p:cNvSpPr txBox="1"/>
          <p:nvPr/>
        </p:nvSpPr>
        <p:spPr>
          <a:xfrm>
            <a:off x="8054340" y="2545080"/>
            <a:ext cx="3467100" cy="257860"/>
          </a:xfrm>
          <a:prstGeom prst="rect">
            <a:avLst/>
          </a:prstGeom>
          <a:noFill/>
        </p:spPr>
        <p:txBody>
          <a:bodyPr wrap="none" lIns="0" rIns="0" tIns="0" bIns="0">
            <a:spAutoFit/>
          </a:bodyPr>
          <a:lstStyle/>
          <a:p>
            <a:pPr>
              <a:lnSpc>
                <a:spcPts val="1670"/>
              </a:lnSpc>
              <a:spcBef>
                <a:spcPts val="0"/>
              </a:spcBef>
              <a:spcAft>
                <a:spcPts val="0"/>
              </a:spcAft>
              <a:defRPr sz="1439" b="0">
                <a:solidFill>
                  <a:srgbClr val="52627C"/>
                </a:solidFill>
                <a:latin typeface="Arial"/>
              </a:defRPr>
            </a:pPr>
            <a:r>
              <a:t>Direction and coordination</a:t>
            </a:r>
          </a:p>
        </p:txBody>
      </p:sp>
      <p:sp>
        <p:nvSpPr>
          <p:cNvPr id="10" name="Rectangle 9"/>
          <p:cNvSpPr/>
          <p:nvPr/>
        </p:nvSpPr>
        <p:spPr>
          <a:xfrm>
            <a:off x="7848600" y="3070860"/>
            <a:ext cx="38100" cy="571500"/>
          </a:xfrm>
          <a:prstGeom prst="rect">
            <a:avLst/>
          </a:prstGeom>
          <a:solidFill>
            <a:srgbClr val="14B9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54340" y="3025140"/>
            <a:ext cx="3467100" cy="328574"/>
          </a:xfrm>
          <a:prstGeom prst="rect">
            <a:avLst/>
          </a:prstGeom>
          <a:noFill/>
        </p:spPr>
        <p:txBody>
          <a:bodyPr wrap="none" lIns="0" rIns="0" tIns="0" bIns="0">
            <a:spAutoFit/>
          </a:bodyPr>
          <a:lstStyle/>
          <a:p>
            <a:pPr>
              <a:lnSpc>
                <a:spcPts val="2227"/>
              </a:lnSpc>
              <a:spcBef>
                <a:spcPts val="0"/>
              </a:spcBef>
              <a:spcAft>
                <a:spcPts val="0"/>
              </a:spcAft>
              <a:defRPr sz="1920" b="1">
                <a:solidFill>
                  <a:srgbClr val="091A43"/>
                </a:solidFill>
                <a:latin typeface="Arial"/>
              </a:defRPr>
            </a:pPr>
            <a:r>
              <a:t>Assistant leader</a:t>
            </a:r>
          </a:p>
        </p:txBody>
      </p:sp>
      <p:sp>
        <p:nvSpPr>
          <p:cNvPr id="12" name="TextBox 11"/>
          <p:cNvSpPr txBox="1"/>
          <p:nvPr/>
        </p:nvSpPr>
        <p:spPr>
          <a:xfrm>
            <a:off x="8054340" y="3398520"/>
            <a:ext cx="3467100" cy="257860"/>
          </a:xfrm>
          <a:prstGeom prst="rect">
            <a:avLst/>
          </a:prstGeom>
          <a:noFill/>
        </p:spPr>
        <p:txBody>
          <a:bodyPr wrap="none" lIns="0" rIns="0" tIns="0" bIns="0">
            <a:spAutoFit/>
          </a:bodyPr>
          <a:lstStyle/>
          <a:p>
            <a:pPr>
              <a:lnSpc>
                <a:spcPts val="1670"/>
              </a:lnSpc>
              <a:spcBef>
                <a:spcPts val="0"/>
              </a:spcBef>
              <a:spcAft>
                <a:spcPts val="0"/>
              </a:spcAft>
              <a:defRPr sz="1439" b="0">
                <a:solidFill>
                  <a:srgbClr val="52627C"/>
                </a:solidFill>
                <a:latin typeface="Arial"/>
              </a:defRPr>
            </a:pPr>
            <a:r>
              <a:t>Follow-up and team support</a:t>
            </a:r>
          </a:p>
        </p:txBody>
      </p:sp>
      <p:sp>
        <p:nvSpPr>
          <p:cNvPr id="13" name="Rectangle 12"/>
          <p:cNvSpPr/>
          <p:nvPr/>
        </p:nvSpPr>
        <p:spPr>
          <a:xfrm>
            <a:off x="7848600" y="3924300"/>
            <a:ext cx="38100" cy="571500"/>
          </a:xfrm>
          <a:prstGeom prst="rect">
            <a:avLst/>
          </a:prstGeom>
          <a:solidFill>
            <a:srgbClr val="FF7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54340" y="3878579"/>
            <a:ext cx="3467100" cy="328574"/>
          </a:xfrm>
          <a:prstGeom prst="rect">
            <a:avLst/>
          </a:prstGeom>
          <a:noFill/>
        </p:spPr>
        <p:txBody>
          <a:bodyPr wrap="none" lIns="0" rIns="0" tIns="0" bIns="0">
            <a:spAutoFit/>
          </a:bodyPr>
          <a:lstStyle/>
          <a:p>
            <a:pPr>
              <a:lnSpc>
                <a:spcPts val="2227"/>
              </a:lnSpc>
              <a:spcBef>
                <a:spcPts val="0"/>
              </a:spcBef>
              <a:spcAft>
                <a:spcPts val="0"/>
              </a:spcAft>
              <a:defRPr sz="1920" b="1">
                <a:solidFill>
                  <a:srgbClr val="091A43"/>
                </a:solidFill>
                <a:latin typeface="Arial"/>
              </a:defRPr>
            </a:pPr>
            <a:r>
              <a:t>Consular</a:t>
            </a:r>
          </a:p>
        </p:txBody>
      </p:sp>
      <p:sp>
        <p:nvSpPr>
          <p:cNvPr id="15" name="TextBox 14"/>
          <p:cNvSpPr txBox="1"/>
          <p:nvPr/>
        </p:nvSpPr>
        <p:spPr>
          <a:xfrm>
            <a:off x="8054340" y="4251960"/>
            <a:ext cx="3467100" cy="257860"/>
          </a:xfrm>
          <a:prstGeom prst="rect">
            <a:avLst/>
          </a:prstGeom>
          <a:noFill/>
        </p:spPr>
        <p:txBody>
          <a:bodyPr wrap="none" lIns="0" rIns="0" tIns="0" bIns="0">
            <a:spAutoFit/>
          </a:bodyPr>
          <a:lstStyle/>
          <a:p>
            <a:pPr>
              <a:lnSpc>
                <a:spcPts val="1670"/>
              </a:lnSpc>
              <a:spcBef>
                <a:spcPts val="0"/>
              </a:spcBef>
              <a:spcAft>
                <a:spcPts val="0"/>
              </a:spcAft>
              <a:defRPr sz="1439" b="0">
                <a:solidFill>
                  <a:srgbClr val="52627C"/>
                </a:solidFill>
                <a:latin typeface="Arial"/>
              </a:defRPr>
            </a:pPr>
            <a:r>
              <a:t>Guidance and feedback</a:t>
            </a:r>
          </a:p>
        </p:txBody>
      </p:sp>
      <p:sp>
        <p:nvSpPr>
          <p:cNvPr id="16" name="Rectangle 15"/>
          <p:cNvSpPr/>
          <p:nvPr/>
        </p:nvSpPr>
        <p:spPr>
          <a:xfrm>
            <a:off x="7848600" y="4777740"/>
            <a:ext cx="38100" cy="571500"/>
          </a:xfrm>
          <a:prstGeom prst="rect">
            <a:avLst/>
          </a:prstGeom>
          <a:solidFill>
            <a:srgbClr val="091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54340" y="4732020"/>
            <a:ext cx="3467100" cy="328574"/>
          </a:xfrm>
          <a:prstGeom prst="rect">
            <a:avLst/>
          </a:prstGeom>
          <a:noFill/>
        </p:spPr>
        <p:txBody>
          <a:bodyPr wrap="none" lIns="0" rIns="0" tIns="0" bIns="0">
            <a:spAutoFit/>
          </a:bodyPr>
          <a:lstStyle/>
          <a:p>
            <a:pPr>
              <a:lnSpc>
                <a:spcPts val="2227"/>
              </a:lnSpc>
              <a:spcBef>
                <a:spcPts val="0"/>
              </a:spcBef>
              <a:spcAft>
                <a:spcPts val="0"/>
              </a:spcAft>
              <a:defRPr sz="1920" b="1">
                <a:solidFill>
                  <a:srgbClr val="091A43"/>
                </a:solidFill>
                <a:latin typeface="Arial"/>
              </a:defRPr>
            </a:pPr>
            <a:r>
              <a:t>Members</a:t>
            </a:r>
          </a:p>
        </p:txBody>
      </p:sp>
      <p:sp>
        <p:nvSpPr>
          <p:cNvPr id="18" name="TextBox 17"/>
          <p:cNvSpPr txBox="1"/>
          <p:nvPr/>
        </p:nvSpPr>
        <p:spPr>
          <a:xfrm>
            <a:off x="8054340" y="5105400"/>
            <a:ext cx="3467100" cy="257860"/>
          </a:xfrm>
          <a:prstGeom prst="rect">
            <a:avLst/>
          </a:prstGeom>
          <a:noFill/>
        </p:spPr>
        <p:txBody>
          <a:bodyPr wrap="none" lIns="0" rIns="0" tIns="0" bIns="0">
            <a:spAutoFit/>
          </a:bodyPr>
          <a:lstStyle/>
          <a:p>
            <a:pPr>
              <a:lnSpc>
                <a:spcPts val="1670"/>
              </a:lnSpc>
              <a:spcBef>
                <a:spcPts val="0"/>
              </a:spcBef>
              <a:spcAft>
                <a:spcPts val="0"/>
              </a:spcAft>
              <a:defRPr sz="1439" b="0">
                <a:solidFill>
                  <a:srgbClr val="52627C"/>
                </a:solidFill>
                <a:latin typeface="Arial"/>
              </a:defRPr>
            </a:pPr>
            <a:r>
              <a:t>Ideas and creative contributions</a:t>
            </a:r>
          </a:p>
        </p:txBody>
      </p:sp>
      <p:sp>
        <p:nvSpPr>
          <p:cNvPr id="19" name="TextBox 18"/>
          <p:cNvSpPr txBox="1"/>
          <p:nvPr/>
        </p:nvSpPr>
        <p:spPr>
          <a:xfrm>
            <a:off x="548640" y="6050280"/>
            <a:ext cx="10972800" cy="240182"/>
          </a:xfrm>
          <a:prstGeom prst="rect">
            <a:avLst/>
          </a:prstGeom>
          <a:noFill/>
        </p:spPr>
        <p:txBody>
          <a:bodyPr wrap="none" lIns="0" rIns="0" tIns="0" bIns="0">
            <a:spAutoFit/>
          </a:bodyPr>
          <a:lstStyle/>
          <a:p>
            <a:pPr>
              <a:lnSpc>
                <a:spcPts val="1531"/>
              </a:lnSpc>
              <a:spcBef>
                <a:spcPts val="0"/>
              </a:spcBef>
              <a:spcAft>
                <a:spcPts val="0"/>
              </a:spcAft>
              <a:defRPr sz="1320" b="0">
                <a:solidFill>
                  <a:srgbClr val="52627C"/>
                </a:solidFill>
                <a:latin typeface="Arial"/>
              </a:defRPr>
            </a:pPr>
            <a:r>
              <a:t>Member names are placeholders; responsibilities are proposed.</a:t>
            </a:r>
          </a:p>
        </p:txBody>
      </p:sp>
      <p:sp>
        <p:nvSpPr>
          <p:cNvPr id="20" name="Rectangle 19"/>
          <p:cNvSpPr/>
          <p:nvPr/>
        </p:nvSpPr>
        <p:spPr>
          <a:xfrm>
            <a:off x="548640" y="6400800"/>
            <a:ext cx="11094720" cy="7620"/>
          </a:xfrm>
          <a:prstGeom prst="rect">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515100"/>
            <a:ext cx="6477000" cy="195986"/>
          </a:xfrm>
          <a:prstGeom prst="rect">
            <a:avLst/>
          </a:prstGeom>
          <a:noFill/>
        </p:spPr>
        <p:txBody>
          <a:bodyPr wrap="none" lIns="0" rIns="0" tIns="0" bIns="0">
            <a:spAutoFit/>
          </a:bodyPr>
          <a:lstStyle/>
          <a:p>
            <a:pPr>
              <a:lnSpc>
                <a:spcPts val="1183"/>
              </a:lnSpc>
              <a:spcBef>
                <a:spcPts val="0"/>
              </a:spcBef>
              <a:spcAft>
                <a:spcPts val="0"/>
              </a:spcAft>
              <a:defRPr sz="1019" b="0">
                <a:solidFill>
                  <a:srgbClr val="52627C"/>
                </a:solidFill>
                <a:latin typeface="Arial"/>
              </a:defRPr>
            </a:pPr>
            <a:r>
              <a:t>PEOPLE. STORIES. POSSIBILITIES.</a:t>
            </a:r>
          </a:p>
        </p:txBody>
      </p:sp>
      <p:sp>
        <p:nvSpPr>
          <p:cNvPr id="22" name="TextBox 21"/>
          <p:cNvSpPr txBox="1"/>
          <p:nvPr/>
        </p:nvSpPr>
        <p:spPr>
          <a:xfrm>
            <a:off x="10896600" y="6515100"/>
            <a:ext cx="762000" cy="195986"/>
          </a:xfrm>
          <a:prstGeom prst="rect">
            <a:avLst/>
          </a:prstGeom>
          <a:noFill/>
        </p:spPr>
        <p:txBody>
          <a:bodyPr wrap="none" lIns="0" rIns="0" tIns="0" bIns="0">
            <a:spAutoFit/>
          </a:bodyPr>
          <a:lstStyle/>
          <a:p>
            <a:pPr>
              <a:lnSpc>
                <a:spcPts val="1183"/>
              </a:lnSpc>
              <a:spcBef>
                <a:spcPts val="0"/>
              </a:spcBef>
              <a:spcAft>
                <a:spcPts val="0"/>
              </a:spcAft>
              <a:defRPr sz="1019" b="0">
                <a:solidFill>
                  <a:srgbClr val="52627C"/>
                </a:solidFill>
                <a:latin typeface="Arial"/>
              </a:defRPr>
            </a:pPr>
            <a: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6EF"/>
        </a:solidFill>
        <a:effectLst/>
      </p:bgPr>
    </p:bg>
    <p:spTree>
      <p:nvGrpSpPr>
        <p:cNvPr id="1" name=""/>
        <p:cNvGrpSpPr/>
        <p:nvPr/>
      </p:nvGrpSpPr>
      <p:grpSpPr/>
      <p:sp>
        <p:nvSpPr>
          <p:cNvPr id="2" name="TextBox 1"/>
          <p:cNvSpPr txBox="1"/>
          <p:nvPr/>
        </p:nvSpPr>
        <p:spPr>
          <a:xfrm>
            <a:off x="548640" y="259080"/>
            <a:ext cx="4953000" cy="222504"/>
          </a:xfrm>
          <a:prstGeom prst="rect">
            <a:avLst/>
          </a:prstGeom>
          <a:noFill/>
        </p:spPr>
        <p:txBody>
          <a:bodyPr wrap="none" lIns="0" rIns="0" tIns="0" bIns="0">
            <a:spAutoFit/>
          </a:bodyPr>
          <a:lstStyle/>
          <a:p>
            <a:pPr>
              <a:lnSpc>
                <a:spcPts val="1391"/>
              </a:lnSpc>
              <a:spcBef>
                <a:spcPts val="0"/>
              </a:spcBef>
              <a:spcAft>
                <a:spcPts val="0"/>
              </a:spcAft>
              <a:defRPr sz="1200" b="1">
                <a:solidFill>
                  <a:srgbClr val="091A43"/>
                </a:solidFill>
                <a:latin typeface="Arial"/>
              </a:defRPr>
            </a:pPr>
            <a:r>
              <a:t>HSIYC / MEDIA &amp; PUBLICITY DEPARTMENT</a:t>
            </a:r>
          </a:p>
        </p:txBody>
      </p:sp>
      <p:sp>
        <p:nvSpPr>
          <p:cNvPr id="3" name="TextBox 2"/>
          <p:cNvSpPr txBox="1"/>
          <p:nvPr/>
        </p:nvSpPr>
        <p:spPr>
          <a:xfrm>
            <a:off x="8458200" y="274320"/>
            <a:ext cx="3200400" cy="204825"/>
          </a:xfrm>
          <a:prstGeom prst="rect">
            <a:avLst/>
          </a:prstGeom>
          <a:noFill/>
        </p:spPr>
        <p:txBody>
          <a:bodyPr wrap="none" lIns="0" rIns="0" tIns="0" bIns="0">
            <a:spAutoFit/>
          </a:bodyPr>
          <a:lstStyle/>
          <a:p>
            <a:pPr>
              <a:lnSpc>
                <a:spcPts val="1252"/>
              </a:lnSpc>
              <a:spcBef>
                <a:spcPts val="0"/>
              </a:spcBef>
              <a:spcAft>
                <a:spcPts val="0"/>
              </a:spcAft>
              <a:defRPr sz="1080" b="0">
                <a:solidFill>
                  <a:srgbClr val="52627C"/>
                </a:solidFill>
                <a:latin typeface="Arial"/>
              </a:defRPr>
            </a:pPr>
            <a:r>
              <a:t>05 / OUR PLAN</a:t>
            </a:r>
          </a:p>
        </p:txBody>
      </p:sp>
      <p:sp>
        <p:nvSpPr>
          <p:cNvPr id="4" name="TextBox 3"/>
          <p:cNvSpPr txBox="1"/>
          <p:nvPr/>
        </p:nvSpPr>
        <p:spPr>
          <a:xfrm>
            <a:off x="548640" y="853440"/>
            <a:ext cx="10668000" cy="222504"/>
          </a:xfrm>
          <a:prstGeom prst="rect">
            <a:avLst/>
          </a:prstGeom>
          <a:noFill/>
        </p:spPr>
        <p:txBody>
          <a:bodyPr wrap="none" lIns="0" rIns="0" tIns="0" bIns="0">
            <a:spAutoFit/>
          </a:bodyPr>
          <a:lstStyle/>
          <a:p>
            <a:pPr>
              <a:lnSpc>
                <a:spcPts val="1391"/>
              </a:lnSpc>
              <a:spcBef>
                <a:spcPts val="0"/>
              </a:spcBef>
              <a:spcAft>
                <a:spcPts val="0"/>
              </a:spcAft>
              <a:defRPr sz="1200" b="1">
                <a:solidFill>
                  <a:srgbClr val="1463E8"/>
                </a:solidFill>
                <a:latin typeface="Arial"/>
              </a:defRPr>
            </a:pPr>
            <a:r>
              <a:t>FROM FIRST CONNECTION TO SHARED WORK</a:t>
            </a:r>
          </a:p>
        </p:txBody>
      </p:sp>
      <p:sp>
        <p:nvSpPr>
          <p:cNvPr id="5" name="TextBox 4"/>
          <p:cNvSpPr txBox="1"/>
          <p:nvPr/>
        </p:nvSpPr>
        <p:spPr>
          <a:xfrm>
            <a:off x="548640" y="1165860"/>
            <a:ext cx="11049000" cy="595122"/>
          </a:xfrm>
          <a:prstGeom prst="rect">
            <a:avLst/>
          </a:prstGeom>
          <a:noFill/>
        </p:spPr>
        <p:txBody>
          <a:bodyPr wrap="none" lIns="0" rIns="0" tIns="0" bIns="0">
            <a:spAutoFit/>
          </a:bodyPr>
          <a:lstStyle/>
          <a:p>
            <a:pPr>
              <a:lnSpc>
                <a:spcPts val="4326"/>
              </a:lnSpc>
              <a:spcBef>
                <a:spcPts val="0"/>
              </a:spcBef>
              <a:spcAft>
                <a:spcPts val="0"/>
              </a:spcAft>
              <a:defRPr sz="4200" b="1">
                <a:solidFill>
                  <a:srgbClr val="091A43"/>
                </a:solidFill>
                <a:latin typeface="Arial"/>
              </a:defRPr>
            </a:pPr>
            <a:r>
              <a:t>A PLAN THAT IS EASY TO FOLLOW.</a:t>
            </a:r>
          </a:p>
        </p:txBody>
      </p:sp>
      <p:sp>
        <p:nvSpPr>
          <p:cNvPr id="6" name="TextBox 5"/>
          <p:cNvSpPr txBox="1"/>
          <p:nvPr/>
        </p:nvSpPr>
        <p:spPr>
          <a:xfrm>
            <a:off x="548640" y="1958340"/>
            <a:ext cx="10744200" cy="310896"/>
          </a:xfrm>
          <a:prstGeom prst="rect">
            <a:avLst/>
          </a:prstGeom>
          <a:noFill/>
        </p:spPr>
        <p:txBody>
          <a:bodyPr wrap="none" lIns="0" rIns="0" tIns="0" bIns="0">
            <a:spAutoFit/>
          </a:bodyPr>
          <a:lstStyle/>
          <a:p>
            <a:pPr>
              <a:lnSpc>
                <a:spcPts val="2088"/>
              </a:lnSpc>
              <a:spcBef>
                <a:spcPts val="0"/>
              </a:spcBef>
              <a:spcAft>
                <a:spcPts val="0"/>
              </a:spcAft>
              <a:defRPr sz="1800" b="0">
                <a:solidFill>
                  <a:srgbClr val="52627C"/>
                </a:solidFill>
                <a:latin typeface="Arial"/>
              </a:defRPr>
            </a:pPr>
            <a:r>
              <a:t>Four proposed phases turn the department’s direction into practical steps.</a:t>
            </a:r>
          </a:p>
        </p:txBody>
      </p:sp>
      <p:sp>
        <p:nvSpPr>
          <p:cNvPr id="7" name="Rectangle 6"/>
          <p:cNvSpPr/>
          <p:nvPr/>
        </p:nvSpPr>
        <p:spPr>
          <a:xfrm>
            <a:off x="914400" y="3032760"/>
            <a:ext cx="9982200" cy="38100"/>
          </a:xfrm>
          <a:prstGeom prst="rect">
            <a:avLst/>
          </a:prstGeom>
          <a:solidFill>
            <a:srgbClr val="CAD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48640" y="2766060"/>
            <a:ext cx="579120" cy="579120"/>
          </a:xfrm>
          <a:prstGeom prst="ellipse">
            <a:avLst/>
          </a:prstGeom>
          <a:solidFill>
            <a:srgbClr val="146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918460"/>
            <a:ext cx="457200" cy="293217"/>
          </a:xfrm>
          <a:prstGeom prst="rect">
            <a:avLst/>
          </a:prstGeom>
          <a:noFill/>
        </p:spPr>
        <p:txBody>
          <a:bodyPr wrap="none" lIns="0" rIns="0" tIns="0" bIns="0">
            <a:spAutoFit/>
          </a:bodyPr>
          <a:lstStyle/>
          <a:p>
            <a:pPr>
              <a:lnSpc>
                <a:spcPts val="1948"/>
              </a:lnSpc>
              <a:spcBef>
                <a:spcPts val="0"/>
              </a:spcBef>
              <a:spcAft>
                <a:spcPts val="0"/>
              </a:spcAft>
              <a:defRPr sz="1680" b="1">
                <a:solidFill>
                  <a:srgbClr val="FFFFFF"/>
                </a:solidFill>
                <a:latin typeface="Arial"/>
              </a:defRPr>
            </a:pPr>
            <a:r>
              <a:t>01</a:t>
            </a:r>
          </a:p>
        </p:txBody>
      </p:sp>
      <p:sp>
        <p:nvSpPr>
          <p:cNvPr id="10" name="TextBox 9"/>
          <p:cNvSpPr txBox="1"/>
          <p:nvPr/>
        </p:nvSpPr>
        <p:spPr>
          <a:xfrm>
            <a:off x="548640" y="3627120"/>
            <a:ext cx="2606040" cy="240182"/>
          </a:xfrm>
          <a:prstGeom prst="rect">
            <a:avLst/>
          </a:prstGeom>
          <a:noFill/>
        </p:spPr>
        <p:txBody>
          <a:bodyPr wrap="none" lIns="0" rIns="0" tIns="0" bIns="0">
            <a:spAutoFit/>
          </a:bodyPr>
          <a:lstStyle/>
          <a:p>
            <a:pPr>
              <a:lnSpc>
                <a:spcPts val="1531"/>
              </a:lnSpc>
              <a:spcBef>
                <a:spcPts val="0"/>
              </a:spcBef>
              <a:spcAft>
                <a:spcPts val="0"/>
              </a:spcAft>
              <a:defRPr sz="1320" b="1">
                <a:solidFill>
                  <a:srgbClr val="1463E8"/>
                </a:solidFill>
                <a:latin typeface="Arial"/>
              </a:defRPr>
            </a:pPr>
            <a:r>
              <a:t>CONNECT</a:t>
            </a:r>
          </a:p>
        </p:txBody>
      </p:sp>
      <p:sp>
        <p:nvSpPr>
          <p:cNvPr id="11" name="TextBox 10"/>
          <p:cNvSpPr txBox="1"/>
          <p:nvPr/>
        </p:nvSpPr>
        <p:spPr>
          <a:xfrm>
            <a:off x="548640" y="4000500"/>
            <a:ext cx="2529840" cy="337413"/>
          </a:xfrm>
          <a:prstGeom prst="rect">
            <a:avLst/>
          </a:prstGeom>
          <a:noFill/>
        </p:spPr>
        <p:txBody>
          <a:bodyPr wrap="none" lIns="0" rIns="0" tIns="0" bIns="0">
            <a:spAutoFit/>
          </a:bodyPr>
          <a:lstStyle/>
          <a:p>
            <a:pPr>
              <a:lnSpc>
                <a:spcPts val="2296"/>
              </a:lnSpc>
              <a:spcBef>
                <a:spcPts val="0"/>
              </a:spcBef>
              <a:spcAft>
                <a:spcPts val="0"/>
              </a:spcAft>
              <a:defRPr sz="1980" b="1">
                <a:solidFill>
                  <a:srgbClr val="091A43"/>
                </a:solidFill>
                <a:latin typeface="Arial"/>
              </a:defRPr>
            </a:pPr>
            <a:r>
              <a:t>Find our people.</a:t>
            </a:r>
          </a:p>
        </p:txBody>
      </p:sp>
      <p:sp>
        <p:nvSpPr>
          <p:cNvPr id="12" name="TextBox 11"/>
          <p:cNvSpPr txBox="1"/>
          <p:nvPr/>
        </p:nvSpPr>
        <p:spPr>
          <a:xfrm>
            <a:off x="548640" y="4770120"/>
            <a:ext cx="2476500" cy="761695"/>
          </a:xfrm>
          <a:prstGeom prst="rect">
            <a:avLst/>
          </a:prstGeom>
          <a:noFill/>
        </p:spPr>
        <p:txBody>
          <a:bodyPr wrap="none" lIns="0" rIns="0" tIns="0" bIns="0">
            <a:spAutoFit/>
          </a:bodyPr>
          <a:lstStyle/>
          <a:p>
            <a:pPr>
              <a:lnSpc>
                <a:spcPts val="1879"/>
              </a:lnSpc>
              <a:spcBef>
                <a:spcPts val="0"/>
              </a:spcBef>
              <a:spcAft>
                <a:spcPts val="0"/>
              </a:spcAft>
              <a:defRPr sz="1620" b="0">
                <a:solidFill>
                  <a:srgbClr val="52627C"/>
                </a:solidFill>
                <a:latin typeface="Arial"/>
              </a:defRPr>
            </a:pPr>
            <a:r>
              <a:t>Welcome the team, collect</a:t>
            </a:r>
          </a:p>
          <a:p>
            <a:pPr>
              <a:lnSpc>
                <a:spcPts val="1879"/>
              </a:lnSpc>
              <a:spcBef>
                <a:spcPts val="0"/>
              </a:spcBef>
              <a:spcAft>
                <a:spcPts val="0"/>
              </a:spcAft>
              <a:defRPr sz="1620" b="0">
                <a:solidFill>
                  <a:srgbClr val="52627C"/>
                </a:solidFill>
                <a:latin typeface="Arial"/>
              </a:defRPr>
            </a:pPr>
            <a:r>
              <a:t>interests, and agree on a</a:t>
            </a:r>
          </a:p>
          <a:p>
            <a:pPr>
              <a:lnSpc>
                <a:spcPts val="1879"/>
              </a:lnSpc>
              <a:spcBef>
                <a:spcPts val="0"/>
              </a:spcBef>
              <a:spcAft>
                <a:spcPts val="0"/>
              </a:spcAft>
              <a:defRPr sz="1620" b="0">
                <a:solidFill>
                  <a:srgbClr val="52627C"/>
                </a:solidFill>
                <a:latin typeface="Arial"/>
              </a:defRPr>
            </a:pPr>
            <a:r>
              <a:t>shared direction.</a:t>
            </a:r>
          </a:p>
        </p:txBody>
      </p:sp>
      <p:sp>
        <p:nvSpPr>
          <p:cNvPr id="13" name="Rounded Rectangle 12"/>
          <p:cNvSpPr/>
          <p:nvPr/>
        </p:nvSpPr>
        <p:spPr>
          <a:xfrm>
            <a:off x="548640" y="5806440"/>
            <a:ext cx="2514600" cy="335280"/>
          </a:xfrm>
          <a:prstGeom prst="roundRect">
            <a:avLst>
              <a:gd name="adj" fmla="val 8000"/>
            </a:avLst>
          </a:prstGeom>
          <a:solidFill>
            <a:srgbClr val="E5E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0560" y="5897880"/>
            <a:ext cx="2286000" cy="222504"/>
          </a:xfrm>
          <a:prstGeom prst="rect">
            <a:avLst/>
          </a:prstGeom>
          <a:noFill/>
        </p:spPr>
        <p:txBody>
          <a:bodyPr wrap="none" lIns="0" rIns="0" tIns="0" bIns="0">
            <a:spAutoFit/>
          </a:bodyPr>
          <a:lstStyle/>
          <a:p>
            <a:pPr>
              <a:lnSpc>
                <a:spcPts val="1391"/>
              </a:lnSpc>
              <a:spcBef>
                <a:spcPts val="0"/>
              </a:spcBef>
              <a:spcAft>
                <a:spcPts val="0"/>
              </a:spcAft>
              <a:defRPr sz="1200" b="1">
                <a:solidFill>
                  <a:srgbClr val="091A43"/>
                </a:solidFill>
                <a:latin typeface="Arial"/>
              </a:defRPr>
            </a:pPr>
            <a:r>
              <a:t>Shared direction</a:t>
            </a:r>
          </a:p>
        </p:txBody>
      </p:sp>
      <p:sp>
        <p:nvSpPr>
          <p:cNvPr id="15" name="Oval 14"/>
          <p:cNvSpPr/>
          <p:nvPr/>
        </p:nvSpPr>
        <p:spPr>
          <a:xfrm>
            <a:off x="3383280" y="2766060"/>
            <a:ext cx="579120" cy="579120"/>
          </a:xfrm>
          <a:prstGeom prst="ellipse">
            <a:avLst/>
          </a:prstGeom>
          <a:solidFill>
            <a:srgbClr val="14B9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918460"/>
            <a:ext cx="457200" cy="293217"/>
          </a:xfrm>
          <a:prstGeom prst="rect">
            <a:avLst/>
          </a:prstGeom>
          <a:noFill/>
        </p:spPr>
        <p:txBody>
          <a:bodyPr wrap="none" lIns="0" rIns="0" tIns="0" bIns="0">
            <a:spAutoFit/>
          </a:bodyPr>
          <a:lstStyle/>
          <a:p>
            <a:pPr>
              <a:lnSpc>
                <a:spcPts val="1948"/>
              </a:lnSpc>
              <a:spcBef>
                <a:spcPts val="0"/>
              </a:spcBef>
              <a:spcAft>
                <a:spcPts val="0"/>
              </a:spcAft>
              <a:defRPr sz="1680" b="1">
                <a:solidFill>
                  <a:srgbClr val="FFFFFF"/>
                </a:solidFill>
                <a:latin typeface="Arial"/>
              </a:defRPr>
            </a:pPr>
            <a:r>
              <a:t>02</a:t>
            </a:r>
          </a:p>
        </p:txBody>
      </p:sp>
      <p:sp>
        <p:nvSpPr>
          <p:cNvPr id="17" name="TextBox 16"/>
          <p:cNvSpPr txBox="1"/>
          <p:nvPr/>
        </p:nvSpPr>
        <p:spPr>
          <a:xfrm>
            <a:off x="3383280" y="3627120"/>
            <a:ext cx="2606040" cy="240182"/>
          </a:xfrm>
          <a:prstGeom prst="rect">
            <a:avLst/>
          </a:prstGeom>
          <a:noFill/>
        </p:spPr>
        <p:txBody>
          <a:bodyPr wrap="none" lIns="0" rIns="0" tIns="0" bIns="0">
            <a:spAutoFit/>
          </a:bodyPr>
          <a:lstStyle/>
          <a:p>
            <a:pPr>
              <a:lnSpc>
                <a:spcPts val="1531"/>
              </a:lnSpc>
              <a:spcBef>
                <a:spcPts val="0"/>
              </a:spcBef>
              <a:spcAft>
                <a:spcPts val="0"/>
              </a:spcAft>
              <a:defRPr sz="1320" b="1">
                <a:solidFill>
                  <a:srgbClr val="1463E8"/>
                </a:solidFill>
                <a:latin typeface="Arial"/>
              </a:defRPr>
            </a:pPr>
            <a:r>
              <a:t>EXPLORE</a:t>
            </a:r>
          </a:p>
        </p:txBody>
      </p:sp>
      <p:sp>
        <p:nvSpPr>
          <p:cNvPr id="18" name="TextBox 17"/>
          <p:cNvSpPr txBox="1"/>
          <p:nvPr/>
        </p:nvSpPr>
        <p:spPr>
          <a:xfrm>
            <a:off x="3383280" y="4000500"/>
            <a:ext cx="2529840" cy="337413"/>
          </a:xfrm>
          <a:prstGeom prst="rect">
            <a:avLst/>
          </a:prstGeom>
          <a:noFill/>
        </p:spPr>
        <p:txBody>
          <a:bodyPr wrap="none" lIns="0" rIns="0" tIns="0" bIns="0">
            <a:spAutoFit/>
          </a:bodyPr>
          <a:lstStyle/>
          <a:p>
            <a:pPr>
              <a:lnSpc>
                <a:spcPts val="2296"/>
              </a:lnSpc>
              <a:spcBef>
                <a:spcPts val="0"/>
              </a:spcBef>
              <a:spcAft>
                <a:spcPts val="0"/>
              </a:spcAft>
              <a:defRPr sz="1980" b="1">
                <a:solidFill>
                  <a:srgbClr val="091A43"/>
                </a:solidFill>
                <a:latin typeface="Arial"/>
              </a:defRPr>
            </a:pPr>
            <a:r>
              <a:t>Make room for ideas.</a:t>
            </a:r>
          </a:p>
        </p:txBody>
      </p:sp>
      <p:sp>
        <p:nvSpPr>
          <p:cNvPr id="19" name="TextBox 18"/>
          <p:cNvSpPr txBox="1"/>
          <p:nvPr/>
        </p:nvSpPr>
        <p:spPr>
          <a:xfrm>
            <a:off x="3383280" y="4770120"/>
            <a:ext cx="2476500" cy="761695"/>
          </a:xfrm>
          <a:prstGeom prst="rect">
            <a:avLst/>
          </a:prstGeom>
          <a:noFill/>
        </p:spPr>
        <p:txBody>
          <a:bodyPr wrap="none" lIns="0" rIns="0" tIns="0" bIns="0">
            <a:spAutoFit/>
          </a:bodyPr>
          <a:lstStyle/>
          <a:p>
            <a:pPr>
              <a:lnSpc>
                <a:spcPts val="1879"/>
              </a:lnSpc>
              <a:spcBef>
                <a:spcPts val="0"/>
              </a:spcBef>
              <a:spcAft>
                <a:spcPts val="0"/>
              </a:spcAft>
              <a:defRPr sz="1620" b="0">
                <a:solidFill>
                  <a:srgbClr val="52627C"/>
                </a:solidFill>
                <a:latin typeface="Arial"/>
              </a:defRPr>
            </a:pPr>
            <a:r>
              <a:t>Try formats, learn</a:t>
            </a:r>
          </a:p>
          <a:p>
            <a:pPr>
              <a:lnSpc>
                <a:spcPts val="1879"/>
              </a:lnSpc>
              <a:spcBef>
                <a:spcPts val="0"/>
              </a:spcBef>
              <a:spcAft>
                <a:spcPts val="0"/>
              </a:spcAft>
              <a:defRPr sz="1620" b="0">
                <a:solidFill>
                  <a:srgbClr val="52627C"/>
                </a:solidFill>
                <a:latin typeface="Arial"/>
              </a:defRPr>
            </a:pPr>
            <a:r>
              <a:t>together, and develop</a:t>
            </a:r>
          </a:p>
          <a:p>
            <a:pPr>
              <a:lnSpc>
                <a:spcPts val="1879"/>
              </a:lnSpc>
              <a:spcBef>
                <a:spcPts val="0"/>
              </a:spcBef>
              <a:spcAft>
                <a:spcPts val="0"/>
              </a:spcAft>
              <a:defRPr sz="1620" b="0">
                <a:solidFill>
                  <a:srgbClr val="52627C"/>
                </a:solidFill>
                <a:latin typeface="Arial"/>
              </a:defRPr>
            </a:pPr>
            <a:r>
              <a:t>small creative briefs.</a:t>
            </a:r>
          </a:p>
        </p:txBody>
      </p:sp>
      <p:sp>
        <p:nvSpPr>
          <p:cNvPr id="20" name="Rounded Rectangle 19"/>
          <p:cNvSpPr/>
          <p:nvPr/>
        </p:nvSpPr>
        <p:spPr>
          <a:xfrm>
            <a:off x="3383280" y="5806440"/>
            <a:ext cx="2514600" cy="335280"/>
          </a:xfrm>
          <a:prstGeom prst="roundRect">
            <a:avLst>
              <a:gd name="adj" fmla="val 8000"/>
            </a:avLst>
          </a:prstGeom>
          <a:solidFill>
            <a:srgbClr val="E5E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05200" y="5897880"/>
            <a:ext cx="2286000" cy="222504"/>
          </a:xfrm>
          <a:prstGeom prst="rect">
            <a:avLst/>
          </a:prstGeom>
          <a:noFill/>
        </p:spPr>
        <p:txBody>
          <a:bodyPr wrap="none" lIns="0" rIns="0" tIns="0" bIns="0">
            <a:spAutoFit/>
          </a:bodyPr>
          <a:lstStyle/>
          <a:p>
            <a:pPr>
              <a:lnSpc>
                <a:spcPts val="1391"/>
              </a:lnSpc>
              <a:spcBef>
                <a:spcPts val="0"/>
              </a:spcBef>
              <a:spcAft>
                <a:spcPts val="0"/>
              </a:spcAft>
              <a:defRPr sz="1200" b="1">
                <a:solidFill>
                  <a:srgbClr val="091A43"/>
                </a:solidFill>
                <a:latin typeface="Arial"/>
              </a:defRPr>
            </a:pPr>
            <a:r>
              <a:t>Creative briefs</a:t>
            </a:r>
          </a:p>
        </p:txBody>
      </p:sp>
      <p:sp>
        <p:nvSpPr>
          <p:cNvPr id="22" name="Oval 21"/>
          <p:cNvSpPr/>
          <p:nvPr/>
        </p:nvSpPr>
        <p:spPr>
          <a:xfrm>
            <a:off x="6217920" y="2766060"/>
            <a:ext cx="579120" cy="579120"/>
          </a:xfrm>
          <a:prstGeom prst="ellipse">
            <a:avLst/>
          </a:prstGeom>
          <a:solidFill>
            <a:srgbClr val="FF7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2918460"/>
            <a:ext cx="457200" cy="293217"/>
          </a:xfrm>
          <a:prstGeom prst="rect">
            <a:avLst/>
          </a:prstGeom>
          <a:noFill/>
        </p:spPr>
        <p:txBody>
          <a:bodyPr wrap="none" lIns="0" rIns="0" tIns="0" bIns="0">
            <a:spAutoFit/>
          </a:bodyPr>
          <a:lstStyle/>
          <a:p>
            <a:pPr>
              <a:lnSpc>
                <a:spcPts val="1948"/>
              </a:lnSpc>
              <a:spcBef>
                <a:spcPts val="0"/>
              </a:spcBef>
              <a:spcAft>
                <a:spcPts val="0"/>
              </a:spcAft>
              <a:defRPr sz="1680" b="1">
                <a:solidFill>
                  <a:srgbClr val="FFFFFF"/>
                </a:solidFill>
                <a:latin typeface="Arial"/>
              </a:defRPr>
            </a:pPr>
            <a:r>
              <a:t>03</a:t>
            </a:r>
          </a:p>
        </p:txBody>
      </p:sp>
      <p:sp>
        <p:nvSpPr>
          <p:cNvPr id="24" name="TextBox 23"/>
          <p:cNvSpPr txBox="1"/>
          <p:nvPr/>
        </p:nvSpPr>
        <p:spPr>
          <a:xfrm>
            <a:off x="6217920" y="3627120"/>
            <a:ext cx="2606040" cy="240182"/>
          </a:xfrm>
          <a:prstGeom prst="rect">
            <a:avLst/>
          </a:prstGeom>
          <a:noFill/>
        </p:spPr>
        <p:txBody>
          <a:bodyPr wrap="none" lIns="0" rIns="0" tIns="0" bIns="0">
            <a:spAutoFit/>
          </a:bodyPr>
          <a:lstStyle/>
          <a:p>
            <a:pPr>
              <a:lnSpc>
                <a:spcPts val="1531"/>
              </a:lnSpc>
              <a:spcBef>
                <a:spcPts val="0"/>
              </a:spcBef>
              <a:spcAft>
                <a:spcPts val="0"/>
              </a:spcAft>
              <a:defRPr sz="1320" b="1">
                <a:solidFill>
                  <a:srgbClr val="1463E8"/>
                </a:solidFill>
                <a:latin typeface="Arial"/>
              </a:defRPr>
            </a:pPr>
            <a:r>
              <a:t>CREATE</a:t>
            </a:r>
          </a:p>
        </p:txBody>
      </p:sp>
      <p:sp>
        <p:nvSpPr>
          <p:cNvPr id="25" name="TextBox 24"/>
          <p:cNvSpPr txBox="1"/>
          <p:nvPr/>
        </p:nvSpPr>
        <p:spPr>
          <a:xfrm>
            <a:off x="6217920" y="4000500"/>
            <a:ext cx="2529840" cy="337413"/>
          </a:xfrm>
          <a:prstGeom prst="rect">
            <a:avLst/>
          </a:prstGeom>
          <a:noFill/>
        </p:spPr>
        <p:txBody>
          <a:bodyPr wrap="none" lIns="0" rIns="0" tIns="0" bIns="0">
            <a:spAutoFit/>
          </a:bodyPr>
          <a:lstStyle/>
          <a:p>
            <a:pPr>
              <a:lnSpc>
                <a:spcPts val="2296"/>
              </a:lnSpc>
              <a:spcBef>
                <a:spcPts val="0"/>
              </a:spcBef>
              <a:spcAft>
                <a:spcPts val="0"/>
              </a:spcAft>
              <a:defRPr sz="1980" b="1">
                <a:solidFill>
                  <a:srgbClr val="091A43"/>
                </a:solidFill>
                <a:latin typeface="Arial"/>
              </a:defRPr>
            </a:pPr>
            <a:r>
              <a:t>Bring stories to life.</a:t>
            </a:r>
          </a:p>
        </p:txBody>
      </p:sp>
      <p:sp>
        <p:nvSpPr>
          <p:cNvPr id="26" name="TextBox 25"/>
          <p:cNvSpPr txBox="1"/>
          <p:nvPr/>
        </p:nvSpPr>
        <p:spPr>
          <a:xfrm>
            <a:off x="6217920" y="4770120"/>
            <a:ext cx="2476500" cy="761695"/>
          </a:xfrm>
          <a:prstGeom prst="rect">
            <a:avLst/>
          </a:prstGeom>
          <a:noFill/>
        </p:spPr>
        <p:txBody>
          <a:bodyPr wrap="none" lIns="0" rIns="0" tIns="0" bIns="0">
            <a:spAutoFit/>
          </a:bodyPr>
          <a:lstStyle/>
          <a:p>
            <a:pPr>
              <a:lnSpc>
                <a:spcPts val="1879"/>
              </a:lnSpc>
              <a:spcBef>
                <a:spcPts val="0"/>
              </a:spcBef>
              <a:spcAft>
                <a:spcPts val="0"/>
              </a:spcAft>
              <a:defRPr sz="1620" b="0">
                <a:solidFill>
                  <a:srgbClr val="52627C"/>
                </a:solidFill>
                <a:latin typeface="Arial"/>
              </a:defRPr>
            </a:pPr>
            <a:r>
              <a:t>Produce selected work</a:t>
            </a:r>
          </a:p>
          <a:p>
            <a:pPr>
              <a:lnSpc>
                <a:spcPts val="1879"/>
              </a:lnSpc>
              <a:spcBef>
                <a:spcPts val="0"/>
              </a:spcBef>
              <a:spcAft>
                <a:spcPts val="0"/>
              </a:spcAft>
              <a:defRPr sz="1620" b="0">
                <a:solidFill>
                  <a:srgbClr val="52627C"/>
                </a:solidFill>
                <a:latin typeface="Arial"/>
              </a:defRPr>
            </a:pPr>
            <a:r>
              <a:t>and review it for clarity,</a:t>
            </a:r>
          </a:p>
          <a:p>
            <a:pPr>
              <a:lnSpc>
                <a:spcPts val="1879"/>
              </a:lnSpc>
              <a:spcBef>
                <a:spcPts val="0"/>
              </a:spcBef>
              <a:spcAft>
                <a:spcPts val="0"/>
              </a:spcAft>
              <a:defRPr sz="1620" b="0">
                <a:solidFill>
                  <a:srgbClr val="52627C"/>
                </a:solidFill>
                <a:latin typeface="Arial"/>
              </a:defRPr>
            </a:pPr>
            <a:r>
              <a:t>care, and consistency.</a:t>
            </a:r>
          </a:p>
        </p:txBody>
      </p:sp>
      <p:sp>
        <p:nvSpPr>
          <p:cNvPr id="27" name="Rounded Rectangle 26"/>
          <p:cNvSpPr/>
          <p:nvPr/>
        </p:nvSpPr>
        <p:spPr>
          <a:xfrm>
            <a:off x="6217920" y="5806440"/>
            <a:ext cx="2514600" cy="335280"/>
          </a:xfrm>
          <a:prstGeom prst="roundRect">
            <a:avLst>
              <a:gd name="adj" fmla="val 8000"/>
            </a:avLst>
          </a:prstGeom>
          <a:solidFill>
            <a:srgbClr val="E5E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9840" y="5897880"/>
            <a:ext cx="2286000" cy="222504"/>
          </a:xfrm>
          <a:prstGeom prst="rect">
            <a:avLst/>
          </a:prstGeom>
          <a:noFill/>
        </p:spPr>
        <p:txBody>
          <a:bodyPr wrap="none" lIns="0" rIns="0" tIns="0" bIns="0">
            <a:spAutoFit/>
          </a:bodyPr>
          <a:lstStyle/>
          <a:p>
            <a:pPr>
              <a:lnSpc>
                <a:spcPts val="1391"/>
              </a:lnSpc>
              <a:spcBef>
                <a:spcPts val="0"/>
              </a:spcBef>
              <a:spcAft>
                <a:spcPts val="0"/>
              </a:spcAft>
              <a:defRPr sz="1200" b="1">
                <a:solidFill>
                  <a:srgbClr val="091A43"/>
                </a:solidFill>
                <a:latin typeface="Arial"/>
              </a:defRPr>
            </a:pPr>
            <a:r>
              <a:t>Reviewed work</a:t>
            </a:r>
          </a:p>
        </p:txBody>
      </p:sp>
      <p:sp>
        <p:nvSpPr>
          <p:cNvPr id="29" name="Oval 28"/>
          <p:cNvSpPr/>
          <p:nvPr/>
        </p:nvSpPr>
        <p:spPr>
          <a:xfrm>
            <a:off x="9052560" y="2766060"/>
            <a:ext cx="579120" cy="579120"/>
          </a:xfrm>
          <a:prstGeom prst="ellipse">
            <a:avLst/>
          </a:prstGeom>
          <a:solidFill>
            <a:srgbClr val="091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89720" y="2918460"/>
            <a:ext cx="457200" cy="293217"/>
          </a:xfrm>
          <a:prstGeom prst="rect">
            <a:avLst/>
          </a:prstGeom>
          <a:noFill/>
        </p:spPr>
        <p:txBody>
          <a:bodyPr wrap="none" lIns="0" rIns="0" tIns="0" bIns="0">
            <a:spAutoFit/>
          </a:bodyPr>
          <a:lstStyle/>
          <a:p>
            <a:pPr>
              <a:lnSpc>
                <a:spcPts val="1948"/>
              </a:lnSpc>
              <a:spcBef>
                <a:spcPts val="0"/>
              </a:spcBef>
              <a:spcAft>
                <a:spcPts val="0"/>
              </a:spcAft>
              <a:defRPr sz="1680" b="1">
                <a:solidFill>
                  <a:srgbClr val="FFFFFF"/>
                </a:solidFill>
                <a:latin typeface="Arial"/>
              </a:defRPr>
            </a:pPr>
            <a:r>
              <a:t>04</a:t>
            </a:r>
          </a:p>
        </p:txBody>
      </p:sp>
      <p:sp>
        <p:nvSpPr>
          <p:cNvPr id="31" name="TextBox 30"/>
          <p:cNvSpPr txBox="1"/>
          <p:nvPr/>
        </p:nvSpPr>
        <p:spPr>
          <a:xfrm>
            <a:off x="9052560" y="3627120"/>
            <a:ext cx="2606040" cy="240182"/>
          </a:xfrm>
          <a:prstGeom prst="rect">
            <a:avLst/>
          </a:prstGeom>
          <a:noFill/>
        </p:spPr>
        <p:txBody>
          <a:bodyPr wrap="none" lIns="0" rIns="0" tIns="0" bIns="0">
            <a:spAutoFit/>
          </a:bodyPr>
          <a:lstStyle/>
          <a:p>
            <a:pPr>
              <a:lnSpc>
                <a:spcPts val="1531"/>
              </a:lnSpc>
              <a:spcBef>
                <a:spcPts val="0"/>
              </a:spcBef>
              <a:spcAft>
                <a:spcPts val="0"/>
              </a:spcAft>
              <a:defRPr sz="1320" b="1">
                <a:solidFill>
                  <a:srgbClr val="1463E8"/>
                </a:solidFill>
                <a:latin typeface="Arial"/>
              </a:defRPr>
            </a:pPr>
            <a:r>
              <a:t>CONTRIBUTE</a:t>
            </a:r>
          </a:p>
        </p:txBody>
      </p:sp>
      <p:sp>
        <p:nvSpPr>
          <p:cNvPr id="32" name="TextBox 31"/>
          <p:cNvSpPr txBox="1"/>
          <p:nvPr/>
        </p:nvSpPr>
        <p:spPr>
          <a:xfrm>
            <a:off x="9052560" y="4000500"/>
            <a:ext cx="2529840" cy="337413"/>
          </a:xfrm>
          <a:prstGeom prst="rect">
            <a:avLst/>
          </a:prstGeom>
          <a:noFill/>
        </p:spPr>
        <p:txBody>
          <a:bodyPr wrap="none" lIns="0" rIns="0" tIns="0" bIns="0">
            <a:spAutoFit/>
          </a:bodyPr>
          <a:lstStyle/>
          <a:p>
            <a:pPr>
              <a:lnSpc>
                <a:spcPts val="2296"/>
              </a:lnSpc>
              <a:spcBef>
                <a:spcPts val="0"/>
              </a:spcBef>
              <a:spcAft>
                <a:spcPts val="0"/>
              </a:spcAft>
              <a:defRPr sz="1980" b="1">
                <a:solidFill>
                  <a:srgbClr val="091A43"/>
                </a:solidFill>
                <a:latin typeface="Arial"/>
              </a:defRPr>
            </a:pPr>
            <a:r>
              <a:t>Share. Reflect. Grow.</a:t>
            </a:r>
          </a:p>
        </p:txBody>
      </p:sp>
      <p:sp>
        <p:nvSpPr>
          <p:cNvPr id="33" name="TextBox 32"/>
          <p:cNvSpPr txBox="1"/>
          <p:nvPr/>
        </p:nvSpPr>
        <p:spPr>
          <a:xfrm>
            <a:off x="9052560" y="4770120"/>
            <a:ext cx="2476500" cy="761695"/>
          </a:xfrm>
          <a:prstGeom prst="rect">
            <a:avLst/>
          </a:prstGeom>
          <a:noFill/>
        </p:spPr>
        <p:txBody>
          <a:bodyPr wrap="none" lIns="0" rIns="0" tIns="0" bIns="0">
            <a:spAutoFit/>
          </a:bodyPr>
          <a:lstStyle/>
          <a:p>
            <a:pPr>
              <a:lnSpc>
                <a:spcPts val="1879"/>
              </a:lnSpc>
              <a:spcBef>
                <a:spcPts val="0"/>
              </a:spcBef>
              <a:spcAft>
                <a:spcPts val="0"/>
              </a:spcAft>
              <a:defRPr sz="1620" b="0">
                <a:solidFill>
                  <a:srgbClr val="52627C"/>
                </a:solidFill>
                <a:latin typeface="Arial"/>
              </a:defRPr>
            </a:pPr>
            <a:r>
              <a:t>Share approved work,</a:t>
            </a:r>
          </a:p>
          <a:p>
            <a:pPr>
              <a:lnSpc>
                <a:spcPts val="1879"/>
              </a:lnSpc>
              <a:spcBef>
                <a:spcPts val="0"/>
              </a:spcBef>
              <a:spcAft>
                <a:spcPts val="0"/>
              </a:spcAft>
              <a:defRPr sz="1620" b="0">
                <a:solidFill>
                  <a:srgbClr val="52627C"/>
                </a:solidFill>
                <a:latin typeface="Arial"/>
              </a:defRPr>
            </a:pPr>
            <a:r>
              <a:t>collect feedback, and plan</a:t>
            </a:r>
          </a:p>
          <a:p>
            <a:pPr>
              <a:lnSpc>
                <a:spcPts val="1879"/>
              </a:lnSpc>
              <a:spcBef>
                <a:spcPts val="0"/>
              </a:spcBef>
              <a:spcAft>
                <a:spcPts val="0"/>
              </a:spcAft>
              <a:defRPr sz="1620" b="0">
                <a:solidFill>
                  <a:srgbClr val="52627C"/>
                </a:solidFill>
                <a:latin typeface="Arial"/>
              </a:defRPr>
            </a:pPr>
            <a:r>
              <a:t>the next chapter.</a:t>
            </a:r>
          </a:p>
        </p:txBody>
      </p:sp>
      <p:sp>
        <p:nvSpPr>
          <p:cNvPr id="34" name="Rounded Rectangle 33"/>
          <p:cNvSpPr/>
          <p:nvPr/>
        </p:nvSpPr>
        <p:spPr>
          <a:xfrm>
            <a:off x="9052560" y="5806440"/>
            <a:ext cx="2514600" cy="335280"/>
          </a:xfrm>
          <a:prstGeom prst="roundRect">
            <a:avLst>
              <a:gd name="adj" fmla="val 8000"/>
            </a:avLst>
          </a:prstGeom>
          <a:solidFill>
            <a:srgbClr val="E5E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74480" y="5897880"/>
            <a:ext cx="2286000" cy="222504"/>
          </a:xfrm>
          <a:prstGeom prst="rect">
            <a:avLst/>
          </a:prstGeom>
          <a:noFill/>
        </p:spPr>
        <p:txBody>
          <a:bodyPr wrap="none" lIns="0" rIns="0" tIns="0" bIns="0">
            <a:spAutoFit/>
          </a:bodyPr>
          <a:lstStyle/>
          <a:p>
            <a:pPr>
              <a:lnSpc>
                <a:spcPts val="1391"/>
              </a:lnSpc>
              <a:spcBef>
                <a:spcPts val="0"/>
              </a:spcBef>
              <a:spcAft>
                <a:spcPts val="0"/>
              </a:spcAft>
              <a:defRPr sz="1200" b="1">
                <a:solidFill>
                  <a:srgbClr val="091A43"/>
                </a:solidFill>
                <a:latin typeface="Arial"/>
              </a:defRPr>
            </a:pPr>
            <a:r>
              <a:t>Lessons + next steps</a:t>
            </a:r>
          </a:p>
        </p:txBody>
      </p:sp>
      <p:sp>
        <p:nvSpPr>
          <p:cNvPr id="36" name="Rectangle 35"/>
          <p:cNvSpPr/>
          <p:nvPr/>
        </p:nvSpPr>
        <p:spPr>
          <a:xfrm>
            <a:off x="548640" y="6400800"/>
            <a:ext cx="11094720" cy="7620"/>
          </a:xfrm>
          <a:prstGeom prst="rect">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6515100"/>
            <a:ext cx="6477000" cy="195986"/>
          </a:xfrm>
          <a:prstGeom prst="rect">
            <a:avLst/>
          </a:prstGeom>
          <a:noFill/>
        </p:spPr>
        <p:txBody>
          <a:bodyPr wrap="none" lIns="0" rIns="0" tIns="0" bIns="0">
            <a:spAutoFit/>
          </a:bodyPr>
          <a:lstStyle/>
          <a:p>
            <a:pPr>
              <a:lnSpc>
                <a:spcPts val="1183"/>
              </a:lnSpc>
              <a:spcBef>
                <a:spcPts val="0"/>
              </a:spcBef>
              <a:spcAft>
                <a:spcPts val="0"/>
              </a:spcAft>
              <a:defRPr sz="1019" b="0">
                <a:solidFill>
                  <a:srgbClr val="52627C"/>
                </a:solidFill>
                <a:latin typeface="Arial"/>
              </a:defRPr>
            </a:pPr>
            <a:r>
              <a:t>PEOPLE. STORIES. POSSIBILITIES.</a:t>
            </a:r>
          </a:p>
        </p:txBody>
      </p:sp>
      <p:sp>
        <p:nvSpPr>
          <p:cNvPr id="38" name="TextBox 37"/>
          <p:cNvSpPr txBox="1"/>
          <p:nvPr/>
        </p:nvSpPr>
        <p:spPr>
          <a:xfrm>
            <a:off x="10896600" y="6515100"/>
            <a:ext cx="762000" cy="195986"/>
          </a:xfrm>
          <a:prstGeom prst="rect">
            <a:avLst/>
          </a:prstGeom>
          <a:noFill/>
        </p:spPr>
        <p:txBody>
          <a:bodyPr wrap="none" lIns="0" rIns="0" tIns="0" bIns="0">
            <a:spAutoFit/>
          </a:bodyPr>
          <a:lstStyle/>
          <a:p>
            <a:pPr>
              <a:lnSpc>
                <a:spcPts val="1183"/>
              </a:lnSpc>
              <a:spcBef>
                <a:spcPts val="0"/>
              </a:spcBef>
              <a:spcAft>
                <a:spcPts val="0"/>
              </a:spcAft>
              <a:defRPr sz="1019" b="0">
                <a:solidFill>
                  <a:srgbClr val="52627C"/>
                </a:solidFill>
                <a:latin typeface="Arial"/>
              </a:defRPr>
            </a:pPr>
            <a: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1A43"/>
        </a:solidFill>
        <a:effectLst/>
      </p:bgPr>
    </p:bg>
    <p:spTree>
      <p:nvGrpSpPr>
        <p:cNvPr id="1" name=""/>
        <p:cNvGrpSpPr/>
        <p:nvPr/>
      </p:nvGrpSpPr>
      <p:grpSpPr/>
      <p:sp>
        <p:nvSpPr>
          <p:cNvPr id="2" name="TextBox 1"/>
          <p:cNvSpPr txBox="1"/>
          <p:nvPr/>
        </p:nvSpPr>
        <p:spPr>
          <a:xfrm>
            <a:off x="548640" y="259080"/>
            <a:ext cx="4953000" cy="222504"/>
          </a:xfrm>
          <a:prstGeom prst="rect">
            <a:avLst/>
          </a:prstGeom>
          <a:noFill/>
        </p:spPr>
        <p:txBody>
          <a:bodyPr wrap="none" lIns="0" rIns="0" tIns="0" bIns="0">
            <a:spAutoFit/>
          </a:bodyPr>
          <a:lstStyle/>
          <a:p>
            <a:pPr>
              <a:lnSpc>
                <a:spcPts val="1391"/>
              </a:lnSpc>
              <a:spcBef>
                <a:spcPts val="0"/>
              </a:spcBef>
              <a:spcAft>
                <a:spcPts val="0"/>
              </a:spcAft>
              <a:defRPr sz="1200" b="1">
                <a:solidFill>
                  <a:srgbClr val="7EE4D6"/>
                </a:solidFill>
                <a:latin typeface="Arial"/>
              </a:defRPr>
            </a:pPr>
            <a:r>
              <a:t>HSIYC / MEDIA &amp; PUBLICITY DEPARTMENT</a:t>
            </a:r>
          </a:p>
        </p:txBody>
      </p:sp>
      <p:sp>
        <p:nvSpPr>
          <p:cNvPr id="3" name="TextBox 2"/>
          <p:cNvSpPr txBox="1"/>
          <p:nvPr/>
        </p:nvSpPr>
        <p:spPr>
          <a:xfrm>
            <a:off x="8458200" y="274320"/>
            <a:ext cx="3200400" cy="204825"/>
          </a:xfrm>
          <a:prstGeom prst="rect">
            <a:avLst/>
          </a:prstGeom>
          <a:noFill/>
        </p:spPr>
        <p:txBody>
          <a:bodyPr wrap="none" lIns="0" rIns="0" tIns="0" bIns="0">
            <a:spAutoFit/>
          </a:bodyPr>
          <a:lstStyle/>
          <a:p>
            <a:pPr>
              <a:lnSpc>
                <a:spcPts val="1252"/>
              </a:lnSpc>
              <a:spcBef>
                <a:spcPts val="0"/>
              </a:spcBef>
              <a:spcAft>
                <a:spcPts val="0"/>
              </a:spcAft>
              <a:defRPr sz="1080" b="0">
                <a:solidFill>
                  <a:srgbClr val="C4D3EC"/>
                </a:solidFill>
                <a:latin typeface="Arial"/>
              </a:defRPr>
            </a:pPr>
            <a:r>
              <a:t>06 / OUR VISION</a:t>
            </a:r>
          </a:p>
        </p:txBody>
      </p:sp>
      <p:pic>
        <p:nvPicPr>
          <p:cNvPr id="4" name="Picture 3" descr="scene-vision.png"/>
          <p:cNvPicPr>
            <a:picLocks noChangeAspect="1"/>
          </p:cNvPicPr>
          <p:nvPr/>
        </p:nvPicPr>
        <p:blipFill>
          <a:blip r:embed="rId2"/>
          <a:srcRect l="14103" r="14103"/>
          <a:stretch>
            <a:fillRect/>
          </a:stretch>
        </p:blipFill>
        <p:spPr>
          <a:xfrm>
            <a:off x="6096000" y="952500"/>
            <a:ext cx="5547360" cy="5151120"/>
          </a:xfrm>
          <a:prstGeom prst="rect">
            <a:avLst/>
          </a:prstGeom>
        </p:spPr>
      </p:pic>
      <p:sp>
        <p:nvSpPr>
          <p:cNvPr id="5" name="TextBox 4"/>
          <p:cNvSpPr txBox="1"/>
          <p:nvPr/>
        </p:nvSpPr>
        <p:spPr>
          <a:xfrm>
            <a:off x="548640" y="975360"/>
            <a:ext cx="5334000" cy="222504"/>
          </a:xfrm>
          <a:prstGeom prst="rect">
            <a:avLst/>
          </a:prstGeom>
          <a:noFill/>
        </p:spPr>
        <p:txBody>
          <a:bodyPr wrap="none" lIns="0" rIns="0" tIns="0" bIns="0">
            <a:spAutoFit/>
          </a:bodyPr>
          <a:lstStyle/>
          <a:p>
            <a:pPr>
              <a:lnSpc>
                <a:spcPts val="1391"/>
              </a:lnSpc>
              <a:spcBef>
                <a:spcPts val="0"/>
              </a:spcBef>
              <a:spcAft>
                <a:spcPts val="0"/>
              </a:spcAft>
              <a:defRPr sz="1200" b="1">
                <a:solidFill>
                  <a:srgbClr val="7EE4D6"/>
                </a:solidFill>
                <a:latin typeface="Arial"/>
              </a:defRPr>
            </a:pPr>
            <a:r>
              <a:t>THE PROPOSED VISION</a:t>
            </a:r>
          </a:p>
        </p:txBody>
      </p:sp>
      <p:sp>
        <p:nvSpPr>
          <p:cNvPr id="6" name="TextBox 5"/>
          <p:cNvSpPr txBox="1"/>
          <p:nvPr/>
        </p:nvSpPr>
        <p:spPr>
          <a:xfrm>
            <a:off x="548640" y="1409700"/>
            <a:ext cx="5448300" cy="1757476"/>
          </a:xfrm>
          <a:prstGeom prst="rect">
            <a:avLst/>
          </a:prstGeom>
          <a:noFill/>
        </p:spPr>
        <p:txBody>
          <a:bodyPr wrap="none" lIns="0" rIns="0" tIns="0" bIns="0">
            <a:spAutoFit/>
          </a:bodyPr>
          <a:lstStyle/>
          <a:p>
            <a:pPr>
              <a:lnSpc>
                <a:spcPts val="4492"/>
              </a:lnSpc>
              <a:spcBef>
                <a:spcPts val="0"/>
              </a:spcBef>
              <a:spcAft>
                <a:spcPts val="0"/>
              </a:spcAft>
              <a:defRPr sz="4320" b="1">
                <a:solidFill>
                  <a:srgbClr val="F7F6EF"/>
                </a:solidFill>
                <a:latin typeface="Arial"/>
              </a:defRPr>
            </a:pPr>
            <a:r>
              <a:t>A CAMPUS WHERE</a:t>
            </a:r>
          </a:p>
          <a:p>
            <a:pPr>
              <a:lnSpc>
                <a:spcPts val="4492"/>
              </a:lnSpc>
              <a:spcBef>
                <a:spcPts val="0"/>
              </a:spcBef>
              <a:spcAft>
                <a:spcPts val="0"/>
              </a:spcAft>
              <a:defRPr sz="4320" b="1">
                <a:solidFill>
                  <a:srgbClr val="F7F6EF"/>
                </a:solidFill>
                <a:latin typeface="Arial"/>
              </a:defRPr>
            </a:pPr>
            <a:r>
              <a:t>EVERY VOICE</a:t>
            </a:r>
          </a:p>
          <a:p>
            <a:pPr>
              <a:lnSpc>
                <a:spcPts val="4492"/>
              </a:lnSpc>
              <a:spcBef>
                <a:spcPts val="0"/>
              </a:spcBef>
              <a:spcAft>
                <a:spcPts val="0"/>
              </a:spcAft>
              <a:defRPr sz="4320" b="1">
                <a:solidFill>
                  <a:srgbClr val="F7F6EF"/>
                </a:solidFill>
                <a:latin typeface="Arial"/>
              </a:defRPr>
            </a:pPr>
            <a:r>
              <a:t>BELONGS.</a:t>
            </a:r>
          </a:p>
        </p:txBody>
      </p:sp>
      <p:sp>
        <p:nvSpPr>
          <p:cNvPr id="7" name="Oval 6"/>
          <p:cNvSpPr/>
          <p:nvPr/>
        </p:nvSpPr>
        <p:spPr>
          <a:xfrm>
            <a:off x="579120" y="3672840"/>
            <a:ext cx="91440" cy="91440"/>
          </a:xfrm>
          <a:prstGeom prst="ellipse">
            <a:avLst/>
          </a:prstGeom>
          <a:solidFill>
            <a:srgbClr val="7EE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619500"/>
            <a:ext cx="4953000" cy="310896"/>
          </a:xfrm>
          <a:prstGeom prst="rect">
            <a:avLst/>
          </a:prstGeom>
          <a:noFill/>
        </p:spPr>
        <p:txBody>
          <a:bodyPr wrap="none" lIns="0" rIns="0" tIns="0" bIns="0">
            <a:spAutoFit/>
          </a:bodyPr>
          <a:lstStyle/>
          <a:p>
            <a:pPr>
              <a:lnSpc>
                <a:spcPts val="2088"/>
              </a:lnSpc>
              <a:spcBef>
                <a:spcPts val="0"/>
              </a:spcBef>
              <a:spcAft>
                <a:spcPts val="0"/>
              </a:spcAft>
              <a:defRPr sz="1800" b="1">
                <a:solidFill>
                  <a:srgbClr val="F7F6EF"/>
                </a:solidFill>
                <a:latin typeface="Arial"/>
              </a:defRPr>
            </a:pPr>
            <a:r>
              <a:t>Belonging</a:t>
            </a:r>
          </a:p>
        </p:txBody>
      </p:sp>
      <p:sp>
        <p:nvSpPr>
          <p:cNvPr id="9" name="TextBox 8"/>
          <p:cNvSpPr txBox="1"/>
          <p:nvPr/>
        </p:nvSpPr>
        <p:spPr>
          <a:xfrm>
            <a:off x="822960" y="3939540"/>
            <a:ext cx="4953000" cy="257860"/>
          </a:xfrm>
          <a:prstGeom prst="rect">
            <a:avLst/>
          </a:prstGeom>
          <a:noFill/>
        </p:spPr>
        <p:txBody>
          <a:bodyPr wrap="none" lIns="0" rIns="0" tIns="0" bIns="0">
            <a:spAutoFit/>
          </a:bodyPr>
          <a:lstStyle/>
          <a:p>
            <a:pPr>
              <a:lnSpc>
                <a:spcPts val="1670"/>
              </a:lnSpc>
              <a:spcBef>
                <a:spcPts val="0"/>
              </a:spcBef>
              <a:spcAft>
                <a:spcPts val="0"/>
              </a:spcAft>
              <a:defRPr sz="1439" b="0">
                <a:solidFill>
                  <a:srgbClr val="C4D3EC"/>
                </a:solidFill>
                <a:latin typeface="Arial"/>
              </a:defRPr>
            </a:pPr>
            <a:r>
              <a:t>Make space for different cultures and perspectives.</a:t>
            </a:r>
          </a:p>
        </p:txBody>
      </p:sp>
      <p:sp>
        <p:nvSpPr>
          <p:cNvPr id="10" name="Oval 9"/>
          <p:cNvSpPr/>
          <p:nvPr/>
        </p:nvSpPr>
        <p:spPr>
          <a:xfrm>
            <a:off x="579120" y="4503420"/>
            <a:ext cx="91440" cy="91440"/>
          </a:xfrm>
          <a:prstGeom prst="ellipse">
            <a:avLst/>
          </a:prstGeom>
          <a:solidFill>
            <a:srgbClr val="FF7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450080"/>
            <a:ext cx="4953000" cy="310896"/>
          </a:xfrm>
          <a:prstGeom prst="rect">
            <a:avLst/>
          </a:prstGeom>
          <a:noFill/>
        </p:spPr>
        <p:txBody>
          <a:bodyPr wrap="none" lIns="0" rIns="0" tIns="0" bIns="0">
            <a:spAutoFit/>
          </a:bodyPr>
          <a:lstStyle/>
          <a:p>
            <a:pPr>
              <a:lnSpc>
                <a:spcPts val="2088"/>
              </a:lnSpc>
              <a:spcBef>
                <a:spcPts val="0"/>
              </a:spcBef>
              <a:spcAft>
                <a:spcPts val="0"/>
              </a:spcAft>
              <a:defRPr sz="1800" b="1">
                <a:solidFill>
                  <a:srgbClr val="F7F6EF"/>
                </a:solidFill>
                <a:latin typeface="Arial"/>
              </a:defRPr>
            </a:pPr>
            <a:r>
              <a:t>Curiosity</a:t>
            </a:r>
          </a:p>
        </p:txBody>
      </p:sp>
      <p:sp>
        <p:nvSpPr>
          <p:cNvPr id="12" name="TextBox 11"/>
          <p:cNvSpPr txBox="1"/>
          <p:nvPr/>
        </p:nvSpPr>
        <p:spPr>
          <a:xfrm>
            <a:off x="822960" y="4770120"/>
            <a:ext cx="4953000" cy="257860"/>
          </a:xfrm>
          <a:prstGeom prst="rect">
            <a:avLst/>
          </a:prstGeom>
          <a:noFill/>
        </p:spPr>
        <p:txBody>
          <a:bodyPr wrap="none" lIns="0" rIns="0" tIns="0" bIns="0">
            <a:spAutoFit/>
          </a:bodyPr>
          <a:lstStyle/>
          <a:p>
            <a:pPr>
              <a:lnSpc>
                <a:spcPts val="1670"/>
              </a:lnSpc>
              <a:spcBef>
                <a:spcPts val="0"/>
              </a:spcBef>
              <a:spcAft>
                <a:spcPts val="0"/>
              </a:spcAft>
              <a:defRPr sz="1439" b="0">
                <a:solidFill>
                  <a:srgbClr val="C4D3EC"/>
                </a:solidFill>
                <a:latin typeface="Arial"/>
              </a:defRPr>
            </a:pPr>
            <a:r>
              <a:t>Learn together, ask questions, and try new ideas.</a:t>
            </a:r>
          </a:p>
        </p:txBody>
      </p:sp>
      <p:sp>
        <p:nvSpPr>
          <p:cNvPr id="13" name="Oval 12"/>
          <p:cNvSpPr/>
          <p:nvPr/>
        </p:nvSpPr>
        <p:spPr>
          <a:xfrm>
            <a:off x="579120" y="5334000"/>
            <a:ext cx="91440" cy="91440"/>
          </a:xfrm>
          <a:prstGeom prst="ellipse">
            <a:avLst/>
          </a:prstGeom>
          <a:solidFill>
            <a:srgbClr val="7EE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280660"/>
            <a:ext cx="4953000" cy="310896"/>
          </a:xfrm>
          <a:prstGeom prst="rect">
            <a:avLst/>
          </a:prstGeom>
          <a:noFill/>
        </p:spPr>
        <p:txBody>
          <a:bodyPr wrap="none" lIns="0" rIns="0" tIns="0" bIns="0">
            <a:spAutoFit/>
          </a:bodyPr>
          <a:lstStyle/>
          <a:p>
            <a:pPr>
              <a:lnSpc>
                <a:spcPts val="2088"/>
              </a:lnSpc>
              <a:spcBef>
                <a:spcPts val="0"/>
              </a:spcBef>
              <a:spcAft>
                <a:spcPts val="0"/>
              </a:spcAft>
              <a:defRPr sz="1800" b="1">
                <a:solidFill>
                  <a:srgbClr val="F7F6EF"/>
                </a:solidFill>
                <a:latin typeface="Arial"/>
              </a:defRPr>
            </a:pPr>
            <a:r>
              <a:t>Care</a:t>
            </a:r>
          </a:p>
        </p:txBody>
      </p:sp>
      <p:sp>
        <p:nvSpPr>
          <p:cNvPr id="15" name="TextBox 14"/>
          <p:cNvSpPr txBox="1"/>
          <p:nvPr/>
        </p:nvSpPr>
        <p:spPr>
          <a:xfrm>
            <a:off x="822960" y="5600700"/>
            <a:ext cx="4953000" cy="257860"/>
          </a:xfrm>
          <a:prstGeom prst="rect">
            <a:avLst/>
          </a:prstGeom>
          <a:noFill/>
        </p:spPr>
        <p:txBody>
          <a:bodyPr wrap="none" lIns="0" rIns="0" tIns="0" bIns="0">
            <a:spAutoFit/>
          </a:bodyPr>
          <a:lstStyle/>
          <a:p>
            <a:pPr>
              <a:lnSpc>
                <a:spcPts val="1670"/>
              </a:lnSpc>
              <a:spcBef>
                <a:spcPts val="0"/>
              </a:spcBef>
              <a:spcAft>
                <a:spcPts val="0"/>
              </a:spcAft>
              <a:defRPr sz="1439" b="0">
                <a:solidFill>
                  <a:srgbClr val="C4D3EC"/>
                </a:solidFill>
                <a:latin typeface="Arial"/>
              </a:defRPr>
            </a:pPr>
            <a:r>
              <a:t>Tell thoughtful stories and credit their contributors.</a:t>
            </a:r>
          </a:p>
        </p:txBody>
      </p:sp>
      <p:sp>
        <p:nvSpPr>
          <p:cNvPr id="16" name="Rectangle 15"/>
          <p:cNvSpPr/>
          <p:nvPr/>
        </p:nvSpPr>
        <p:spPr>
          <a:xfrm>
            <a:off x="548640" y="6400800"/>
            <a:ext cx="11094720" cy="7620"/>
          </a:xfrm>
          <a:prstGeom prst="rect">
            <a:avLst/>
          </a:prstGeom>
          <a:solidFill>
            <a:srgbClr val="34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6515100"/>
            <a:ext cx="6477000" cy="195986"/>
          </a:xfrm>
          <a:prstGeom prst="rect">
            <a:avLst/>
          </a:prstGeom>
          <a:noFill/>
        </p:spPr>
        <p:txBody>
          <a:bodyPr wrap="none" lIns="0" rIns="0" tIns="0" bIns="0">
            <a:spAutoFit/>
          </a:bodyPr>
          <a:lstStyle/>
          <a:p>
            <a:pPr>
              <a:lnSpc>
                <a:spcPts val="1183"/>
              </a:lnSpc>
              <a:spcBef>
                <a:spcPts val="0"/>
              </a:spcBef>
              <a:spcAft>
                <a:spcPts val="0"/>
              </a:spcAft>
              <a:defRPr sz="1019" b="0">
                <a:solidFill>
                  <a:srgbClr val="C4D3EC"/>
                </a:solidFill>
                <a:latin typeface="Arial"/>
              </a:defRPr>
            </a:pPr>
            <a:r>
              <a:t>PEOPLE. STORIES. POSSIBILITIES.</a:t>
            </a:r>
          </a:p>
        </p:txBody>
      </p:sp>
      <p:sp>
        <p:nvSpPr>
          <p:cNvPr id="18" name="TextBox 17"/>
          <p:cNvSpPr txBox="1"/>
          <p:nvPr/>
        </p:nvSpPr>
        <p:spPr>
          <a:xfrm>
            <a:off x="10896600" y="6515100"/>
            <a:ext cx="762000" cy="195986"/>
          </a:xfrm>
          <a:prstGeom prst="rect">
            <a:avLst/>
          </a:prstGeom>
          <a:noFill/>
        </p:spPr>
        <p:txBody>
          <a:bodyPr wrap="none" lIns="0" rIns="0" tIns="0" bIns="0">
            <a:spAutoFit/>
          </a:bodyPr>
          <a:lstStyle/>
          <a:p>
            <a:pPr>
              <a:lnSpc>
                <a:spcPts val="1183"/>
              </a:lnSpc>
              <a:spcBef>
                <a:spcPts val="0"/>
              </a:spcBef>
              <a:spcAft>
                <a:spcPts val="0"/>
              </a:spcAft>
              <a:defRPr sz="1019" b="0">
                <a:solidFill>
                  <a:srgbClr val="C4D3EC"/>
                </a:solidFill>
                <a:latin typeface="Arial"/>
              </a:defRPr>
            </a:pPr>
            <a: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6EF"/>
        </a:solidFill>
        <a:effectLst/>
      </p:bgPr>
    </p:bg>
    <p:spTree>
      <p:nvGrpSpPr>
        <p:cNvPr id="1" name=""/>
        <p:cNvGrpSpPr/>
        <p:nvPr/>
      </p:nvGrpSpPr>
      <p:grpSpPr/>
      <p:sp>
        <p:nvSpPr>
          <p:cNvPr id="2" name="TextBox 1"/>
          <p:cNvSpPr txBox="1"/>
          <p:nvPr/>
        </p:nvSpPr>
        <p:spPr>
          <a:xfrm>
            <a:off x="548640" y="259080"/>
            <a:ext cx="4953000" cy="222504"/>
          </a:xfrm>
          <a:prstGeom prst="rect">
            <a:avLst/>
          </a:prstGeom>
          <a:noFill/>
        </p:spPr>
        <p:txBody>
          <a:bodyPr wrap="none" lIns="0" rIns="0" tIns="0" bIns="0">
            <a:spAutoFit/>
          </a:bodyPr>
          <a:lstStyle/>
          <a:p>
            <a:pPr>
              <a:lnSpc>
                <a:spcPts val="1391"/>
              </a:lnSpc>
              <a:spcBef>
                <a:spcPts val="0"/>
              </a:spcBef>
              <a:spcAft>
                <a:spcPts val="0"/>
              </a:spcAft>
              <a:defRPr sz="1200" b="1">
                <a:solidFill>
                  <a:srgbClr val="091A43"/>
                </a:solidFill>
                <a:latin typeface="Arial"/>
              </a:defRPr>
            </a:pPr>
            <a:r>
              <a:t>HSIYC / MEDIA &amp; PUBLICITY DEPARTMENT</a:t>
            </a:r>
          </a:p>
        </p:txBody>
      </p:sp>
      <p:sp>
        <p:nvSpPr>
          <p:cNvPr id="3" name="TextBox 2"/>
          <p:cNvSpPr txBox="1"/>
          <p:nvPr/>
        </p:nvSpPr>
        <p:spPr>
          <a:xfrm>
            <a:off x="8458200" y="274320"/>
            <a:ext cx="3200400" cy="204825"/>
          </a:xfrm>
          <a:prstGeom prst="rect">
            <a:avLst/>
          </a:prstGeom>
          <a:noFill/>
        </p:spPr>
        <p:txBody>
          <a:bodyPr wrap="none" lIns="0" rIns="0" tIns="0" bIns="0">
            <a:spAutoFit/>
          </a:bodyPr>
          <a:lstStyle/>
          <a:p>
            <a:pPr>
              <a:lnSpc>
                <a:spcPts val="1252"/>
              </a:lnSpc>
              <a:spcBef>
                <a:spcPts val="0"/>
              </a:spcBef>
              <a:spcAft>
                <a:spcPts val="0"/>
              </a:spcAft>
              <a:defRPr sz="1080" b="0">
                <a:solidFill>
                  <a:srgbClr val="52627C"/>
                </a:solidFill>
                <a:latin typeface="Arial"/>
              </a:defRPr>
            </a:pPr>
            <a:r>
              <a:t>07 / THE EXPERIENCE</a:t>
            </a:r>
          </a:p>
        </p:txBody>
      </p:sp>
      <p:sp>
        <p:nvSpPr>
          <p:cNvPr id="4" name="TextBox 3"/>
          <p:cNvSpPr txBox="1"/>
          <p:nvPr/>
        </p:nvSpPr>
        <p:spPr>
          <a:xfrm>
            <a:off x="548640" y="853440"/>
            <a:ext cx="10668000" cy="222504"/>
          </a:xfrm>
          <a:prstGeom prst="rect">
            <a:avLst/>
          </a:prstGeom>
          <a:noFill/>
        </p:spPr>
        <p:txBody>
          <a:bodyPr wrap="none" lIns="0" rIns="0" tIns="0" bIns="0">
            <a:spAutoFit/>
          </a:bodyPr>
          <a:lstStyle/>
          <a:p>
            <a:pPr>
              <a:lnSpc>
                <a:spcPts val="1391"/>
              </a:lnSpc>
              <a:spcBef>
                <a:spcPts val="0"/>
              </a:spcBef>
              <a:spcAft>
                <a:spcPts val="0"/>
              </a:spcAft>
              <a:defRPr sz="1200" b="1">
                <a:solidFill>
                  <a:srgbClr val="1463E8"/>
                </a:solidFill>
                <a:latin typeface="Arial"/>
              </a:defRPr>
            </a:pPr>
            <a:r>
              <a:t>EXPRESSIVE, WITHOUT FEELING BUSY</a:t>
            </a:r>
          </a:p>
        </p:txBody>
      </p:sp>
      <p:sp>
        <p:nvSpPr>
          <p:cNvPr id="5" name="TextBox 4"/>
          <p:cNvSpPr txBox="1"/>
          <p:nvPr/>
        </p:nvSpPr>
        <p:spPr>
          <a:xfrm>
            <a:off x="548640" y="1165860"/>
            <a:ext cx="11049000" cy="595122"/>
          </a:xfrm>
          <a:prstGeom prst="rect">
            <a:avLst/>
          </a:prstGeom>
          <a:noFill/>
        </p:spPr>
        <p:txBody>
          <a:bodyPr wrap="none" lIns="0" rIns="0" tIns="0" bIns="0">
            <a:spAutoFit/>
          </a:bodyPr>
          <a:lstStyle/>
          <a:p>
            <a:pPr>
              <a:lnSpc>
                <a:spcPts val="4326"/>
              </a:lnSpc>
              <a:spcBef>
                <a:spcPts val="0"/>
              </a:spcBef>
              <a:spcAft>
                <a:spcPts val="0"/>
              </a:spcAft>
              <a:defRPr sz="4200" b="1">
                <a:solidFill>
                  <a:srgbClr val="091A43"/>
                </a:solidFill>
                <a:latin typeface="Arial"/>
              </a:defRPr>
            </a:pPr>
            <a:r>
              <a:t>MORE LIFE. LESS CLUTTER.</a:t>
            </a:r>
          </a:p>
        </p:txBody>
      </p:sp>
      <p:sp>
        <p:nvSpPr>
          <p:cNvPr id="6" name="Rounded Rectangle 5"/>
          <p:cNvSpPr/>
          <p:nvPr/>
        </p:nvSpPr>
        <p:spPr>
          <a:xfrm>
            <a:off x="8458200" y="2042160"/>
            <a:ext cx="2590800" cy="4076699"/>
          </a:xfrm>
          <a:prstGeom prst="roundRect">
            <a:avLst>
              <a:gd name="adj" fmla="val 8000"/>
            </a:avLst>
          </a:prstGeom>
          <a:solidFill>
            <a:srgbClr val="091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obile.png"/>
          <p:cNvPicPr>
            <a:picLocks noChangeAspect="1"/>
          </p:cNvPicPr>
          <p:nvPr/>
        </p:nvPicPr>
        <p:blipFill>
          <a:blip r:embed="rId2"/>
          <a:srcRect/>
          <a:stretch>
            <a:fillRect/>
          </a:stretch>
        </p:blipFill>
        <p:spPr>
          <a:xfrm>
            <a:off x="8864524" y="2156460"/>
            <a:ext cx="1778150" cy="3848099"/>
          </a:xfrm>
          <a:prstGeom prst="rect">
            <a:avLst/>
          </a:prstGeom>
        </p:spPr>
      </p:pic>
      <p:sp>
        <p:nvSpPr>
          <p:cNvPr id="8" name="TextBox 7"/>
          <p:cNvSpPr txBox="1"/>
          <p:nvPr/>
        </p:nvSpPr>
        <p:spPr>
          <a:xfrm>
            <a:off x="548640" y="2293620"/>
            <a:ext cx="685800" cy="399288"/>
          </a:xfrm>
          <a:prstGeom prst="rect">
            <a:avLst/>
          </a:prstGeom>
          <a:noFill/>
        </p:spPr>
        <p:txBody>
          <a:bodyPr wrap="none" lIns="0" rIns="0" tIns="0" bIns="0">
            <a:spAutoFit/>
          </a:bodyPr>
          <a:lstStyle/>
          <a:p>
            <a:pPr>
              <a:lnSpc>
                <a:spcPts val="2783"/>
              </a:lnSpc>
              <a:spcBef>
                <a:spcPts val="0"/>
              </a:spcBef>
              <a:spcAft>
                <a:spcPts val="0"/>
              </a:spcAft>
              <a:defRPr sz="2400" b="1">
                <a:solidFill>
                  <a:srgbClr val="1463E8"/>
                </a:solidFill>
                <a:latin typeface="Arial"/>
              </a:defRPr>
            </a:pPr>
            <a:r>
              <a:t>01</a:t>
            </a:r>
          </a:p>
        </p:txBody>
      </p:sp>
      <p:sp>
        <p:nvSpPr>
          <p:cNvPr id="9" name="TextBox 8"/>
          <p:cNvSpPr txBox="1"/>
          <p:nvPr/>
        </p:nvSpPr>
        <p:spPr>
          <a:xfrm>
            <a:off x="1333500" y="2293620"/>
            <a:ext cx="6362700" cy="346252"/>
          </a:xfrm>
          <a:prstGeom prst="rect">
            <a:avLst/>
          </a:prstGeom>
          <a:noFill/>
        </p:spPr>
        <p:txBody>
          <a:bodyPr wrap="none" lIns="0" rIns="0" tIns="0" bIns="0">
            <a:spAutoFit/>
          </a:bodyPr>
          <a:lstStyle/>
          <a:p>
            <a:pPr>
              <a:lnSpc>
                <a:spcPts val="2366"/>
              </a:lnSpc>
              <a:spcBef>
                <a:spcPts val="0"/>
              </a:spcBef>
              <a:spcAft>
                <a:spcPts val="0"/>
              </a:spcAft>
              <a:defRPr sz="2039" b="1">
                <a:solidFill>
                  <a:srgbClr val="091A43"/>
                </a:solidFill>
                <a:latin typeface="Arial"/>
              </a:defRPr>
            </a:pPr>
            <a:r>
              <a:t>Gentle movement</a:t>
            </a:r>
          </a:p>
        </p:txBody>
      </p:sp>
      <p:sp>
        <p:nvSpPr>
          <p:cNvPr id="10" name="TextBox 9"/>
          <p:cNvSpPr txBox="1"/>
          <p:nvPr/>
        </p:nvSpPr>
        <p:spPr>
          <a:xfrm>
            <a:off x="1333500" y="2697480"/>
            <a:ext cx="6019800" cy="540715"/>
          </a:xfrm>
          <a:prstGeom prst="rect">
            <a:avLst/>
          </a:prstGeom>
          <a:noFill/>
        </p:spPr>
        <p:txBody>
          <a:bodyPr wrap="none" lIns="0" rIns="0" tIns="0" bIns="0">
            <a:spAutoFit/>
          </a:bodyPr>
          <a:lstStyle/>
          <a:p>
            <a:pPr>
              <a:lnSpc>
                <a:spcPts val="1948"/>
              </a:lnSpc>
              <a:spcBef>
                <a:spcPts val="0"/>
              </a:spcBef>
              <a:spcAft>
                <a:spcPts val="0"/>
              </a:spcAft>
              <a:defRPr sz="1680" b="0">
                <a:solidFill>
                  <a:srgbClr val="52627C"/>
                </a:solidFill>
                <a:latin typeface="Arial"/>
              </a:defRPr>
            </a:pPr>
            <a:r>
              <a:t>Slow image motion, floating details, and scroll reveals give the</a:t>
            </a:r>
          </a:p>
          <a:p>
            <a:pPr>
              <a:lnSpc>
                <a:spcPts val="1948"/>
              </a:lnSpc>
              <a:spcBef>
                <a:spcPts val="0"/>
              </a:spcBef>
              <a:spcAft>
                <a:spcPts val="0"/>
              </a:spcAft>
              <a:defRPr sz="1680" b="0">
                <a:solidFill>
                  <a:srgbClr val="52627C"/>
                </a:solidFill>
                <a:latin typeface="Arial"/>
              </a:defRPr>
            </a:pPr>
            <a:r>
              <a:t>page a lively feel.</a:t>
            </a:r>
          </a:p>
        </p:txBody>
      </p:sp>
      <p:sp>
        <p:nvSpPr>
          <p:cNvPr id="11" name="TextBox 10"/>
          <p:cNvSpPr txBox="1"/>
          <p:nvPr/>
        </p:nvSpPr>
        <p:spPr>
          <a:xfrm>
            <a:off x="548640" y="3512820"/>
            <a:ext cx="685800" cy="399288"/>
          </a:xfrm>
          <a:prstGeom prst="rect">
            <a:avLst/>
          </a:prstGeom>
          <a:noFill/>
        </p:spPr>
        <p:txBody>
          <a:bodyPr wrap="none" lIns="0" rIns="0" tIns="0" bIns="0">
            <a:spAutoFit/>
          </a:bodyPr>
          <a:lstStyle/>
          <a:p>
            <a:pPr>
              <a:lnSpc>
                <a:spcPts val="2783"/>
              </a:lnSpc>
              <a:spcBef>
                <a:spcPts val="0"/>
              </a:spcBef>
              <a:spcAft>
                <a:spcPts val="0"/>
              </a:spcAft>
              <a:defRPr sz="2400" b="1">
                <a:solidFill>
                  <a:srgbClr val="1463E8"/>
                </a:solidFill>
                <a:latin typeface="Arial"/>
              </a:defRPr>
            </a:pPr>
            <a:r>
              <a:t>02</a:t>
            </a:r>
          </a:p>
        </p:txBody>
      </p:sp>
      <p:sp>
        <p:nvSpPr>
          <p:cNvPr id="12" name="TextBox 11"/>
          <p:cNvSpPr txBox="1"/>
          <p:nvPr/>
        </p:nvSpPr>
        <p:spPr>
          <a:xfrm>
            <a:off x="1333500" y="3512820"/>
            <a:ext cx="6362700" cy="346252"/>
          </a:xfrm>
          <a:prstGeom prst="rect">
            <a:avLst/>
          </a:prstGeom>
          <a:noFill/>
        </p:spPr>
        <p:txBody>
          <a:bodyPr wrap="none" lIns="0" rIns="0" tIns="0" bIns="0">
            <a:spAutoFit/>
          </a:bodyPr>
          <a:lstStyle/>
          <a:p>
            <a:pPr>
              <a:lnSpc>
                <a:spcPts val="2366"/>
              </a:lnSpc>
              <a:spcBef>
                <a:spcPts val="0"/>
              </a:spcBef>
              <a:spcAft>
                <a:spcPts val="0"/>
              </a:spcAft>
              <a:defRPr sz="2039" b="1">
                <a:solidFill>
                  <a:srgbClr val="091A43"/>
                </a:solidFill>
                <a:latin typeface="Arial"/>
              </a:defRPr>
            </a:pPr>
            <a:r>
              <a:t>The visitor stays in control</a:t>
            </a:r>
          </a:p>
        </p:txBody>
      </p:sp>
      <p:sp>
        <p:nvSpPr>
          <p:cNvPr id="13" name="TextBox 12"/>
          <p:cNvSpPr txBox="1"/>
          <p:nvPr/>
        </p:nvSpPr>
        <p:spPr>
          <a:xfrm>
            <a:off x="1333500" y="3916680"/>
            <a:ext cx="6019800" cy="540715"/>
          </a:xfrm>
          <a:prstGeom prst="rect">
            <a:avLst/>
          </a:prstGeom>
          <a:noFill/>
        </p:spPr>
        <p:txBody>
          <a:bodyPr wrap="none" lIns="0" rIns="0" tIns="0" bIns="0">
            <a:spAutoFit/>
          </a:bodyPr>
          <a:lstStyle/>
          <a:p>
            <a:pPr>
              <a:lnSpc>
                <a:spcPts val="1948"/>
              </a:lnSpc>
              <a:spcBef>
                <a:spcPts val="0"/>
              </a:spcBef>
              <a:spcAft>
                <a:spcPts val="0"/>
              </a:spcAft>
              <a:defRPr sz="1680" b="0">
                <a:solidFill>
                  <a:srgbClr val="52627C"/>
                </a:solidFill>
                <a:latin typeface="Arial"/>
              </a:defRPr>
            </a:pPr>
            <a:r>
              <a:t>Header and footer controls pause animations. Reduced-motion</a:t>
            </a:r>
          </a:p>
          <a:p>
            <a:pPr>
              <a:lnSpc>
                <a:spcPts val="1948"/>
              </a:lnSpc>
              <a:spcBef>
                <a:spcPts val="0"/>
              </a:spcBef>
              <a:spcAft>
                <a:spcPts val="0"/>
              </a:spcAft>
              <a:defRPr sz="1680" b="0">
                <a:solidFill>
                  <a:srgbClr val="52627C"/>
                </a:solidFill>
                <a:latin typeface="Arial"/>
              </a:defRPr>
            </a:pPr>
            <a:r>
              <a:t>preferences are respected.</a:t>
            </a:r>
          </a:p>
        </p:txBody>
      </p:sp>
      <p:sp>
        <p:nvSpPr>
          <p:cNvPr id="14" name="TextBox 13"/>
          <p:cNvSpPr txBox="1"/>
          <p:nvPr/>
        </p:nvSpPr>
        <p:spPr>
          <a:xfrm>
            <a:off x="548640" y="4732020"/>
            <a:ext cx="685800" cy="399288"/>
          </a:xfrm>
          <a:prstGeom prst="rect">
            <a:avLst/>
          </a:prstGeom>
          <a:noFill/>
        </p:spPr>
        <p:txBody>
          <a:bodyPr wrap="none" lIns="0" rIns="0" tIns="0" bIns="0">
            <a:spAutoFit/>
          </a:bodyPr>
          <a:lstStyle/>
          <a:p>
            <a:pPr>
              <a:lnSpc>
                <a:spcPts val="2783"/>
              </a:lnSpc>
              <a:spcBef>
                <a:spcPts val="0"/>
              </a:spcBef>
              <a:spcAft>
                <a:spcPts val="0"/>
              </a:spcAft>
              <a:defRPr sz="2400" b="1">
                <a:solidFill>
                  <a:srgbClr val="1463E8"/>
                </a:solidFill>
                <a:latin typeface="Arial"/>
              </a:defRPr>
            </a:pPr>
            <a:r>
              <a:t>03</a:t>
            </a:r>
          </a:p>
        </p:txBody>
      </p:sp>
      <p:sp>
        <p:nvSpPr>
          <p:cNvPr id="15" name="TextBox 14"/>
          <p:cNvSpPr txBox="1"/>
          <p:nvPr/>
        </p:nvSpPr>
        <p:spPr>
          <a:xfrm>
            <a:off x="1333500" y="4732020"/>
            <a:ext cx="6362700" cy="346252"/>
          </a:xfrm>
          <a:prstGeom prst="rect">
            <a:avLst/>
          </a:prstGeom>
          <a:noFill/>
        </p:spPr>
        <p:txBody>
          <a:bodyPr wrap="none" lIns="0" rIns="0" tIns="0" bIns="0">
            <a:spAutoFit/>
          </a:bodyPr>
          <a:lstStyle/>
          <a:p>
            <a:pPr>
              <a:lnSpc>
                <a:spcPts val="2366"/>
              </a:lnSpc>
              <a:spcBef>
                <a:spcPts val="0"/>
              </a:spcBef>
              <a:spcAft>
                <a:spcPts val="0"/>
              </a:spcAft>
              <a:defRPr sz="2039" b="1">
                <a:solidFill>
                  <a:srgbClr val="091A43"/>
                </a:solidFill>
                <a:latin typeface="Arial"/>
              </a:defRPr>
            </a:pPr>
            <a:r>
              <a:t>Simple on every screen</a:t>
            </a:r>
          </a:p>
        </p:txBody>
      </p:sp>
      <p:sp>
        <p:nvSpPr>
          <p:cNvPr id="16" name="TextBox 15"/>
          <p:cNvSpPr txBox="1"/>
          <p:nvPr/>
        </p:nvSpPr>
        <p:spPr>
          <a:xfrm>
            <a:off x="1333500" y="5135880"/>
            <a:ext cx="6019800" cy="540715"/>
          </a:xfrm>
          <a:prstGeom prst="rect">
            <a:avLst/>
          </a:prstGeom>
          <a:noFill/>
        </p:spPr>
        <p:txBody>
          <a:bodyPr wrap="none" lIns="0" rIns="0" tIns="0" bIns="0">
            <a:spAutoFit/>
          </a:bodyPr>
          <a:lstStyle/>
          <a:p>
            <a:pPr>
              <a:lnSpc>
                <a:spcPts val="1948"/>
              </a:lnSpc>
              <a:spcBef>
                <a:spcPts val="0"/>
              </a:spcBef>
              <a:spcAft>
                <a:spcPts val="0"/>
              </a:spcAft>
              <a:defRPr sz="1680" b="0">
                <a:solidFill>
                  <a:srgbClr val="52627C"/>
                </a:solidFill>
                <a:latin typeface="Arial"/>
              </a:defRPr>
            </a:pPr>
            <a:r>
              <a:t>Fewer activity cards, clearer headings, and responsive layouts</a:t>
            </a:r>
          </a:p>
          <a:p>
            <a:pPr>
              <a:lnSpc>
                <a:spcPts val="1948"/>
              </a:lnSpc>
              <a:spcBef>
                <a:spcPts val="0"/>
              </a:spcBef>
              <a:spcAft>
                <a:spcPts val="0"/>
              </a:spcAft>
              <a:defRPr sz="1680" b="0">
                <a:solidFill>
                  <a:srgbClr val="52627C"/>
                </a:solidFill>
                <a:latin typeface="Arial"/>
              </a:defRPr>
            </a:pPr>
            <a:r>
              <a:t>keep browsing comfortable.</a:t>
            </a:r>
          </a:p>
        </p:txBody>
      </p:sp>
      <p:sp>
        <p:nvSpPr>
          <p:cNvPr id="17" name="Rectangle 16"/>
          <p:cNvSpPr/>
          <p:nvPr/>
        </p:nvSpPr>
        <p:spPr>
          <a:xfrm>
            <a:off x="548640" y="6400800"/>
            <a:ext cx="11094720" cy="7620"/>
          </a:xfrm>
          <a:prstGeom prst="rect">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6515100"/>
            <a:ext cx="6477000" cy="195986"/>
          </a:xfrm>
          <a:prstGeom prst="rect">
            <a:avLst/>
          </a:prstGeom>
          <a:noFill/>
        </p:spPr>
        <p:txBody>
          <a:bodyPr wrap="none" lIns="0" rIns="0" tIns="0" bIns="0">
            <a:spAutoFit/>
          </a:bodyPr>
          <a:lstStyle/>
          <a:p>
            <a:pPr>
              <a:lnSpc>
                <a:spcPts val="1183"/>
              </a:lnSpc>
              <a:spcBef>
                <a:spcPts val="0"/>
              </a:spcBef>
              <a:spcAft>
                <a:spcPts val="0"/>
              </a:spcAft>
              <a:defRPr sz="1019" b="0">
                <a:solidFill>
                  <a:srgbClr val="52627C"/>
                </a:solidFill>
                <a:latin typeface="Arial"/>
              </a:defRPr>
            </a:pPr>
            <a:r>
              <a:t>PEOPLE. STORIES. POSSIBILITIES.</a:t>
            </a:r>
          </a:p>
        </p:txBody>
      </p:sp>
      <p:sp>
        <p:nvSpPr>
          <p:cNvPr id="19" name="TextBox 18"/>
          <p:cNvSpPr txBox="1"/>
          <p:nvPr/>
        </p:nvSpPr>
        <p:spPr>
          <a:xfrm>
            <a:off x="10896600" y="6515100"/>
            <a:ext cx="762000" cy="195986"/>
          </a:xfrm>
          <a:prstGeom prst="rect">
            <a:avLst/>
          </a:prstGeom>
          <a:noFill/>
        </p:spPr>
        <p:txBody>
          <a:bodyPr wrap="none" lIns="0" rIns="0" tIns="0" bIns="0">
            <a:spAutoFit/>
          </a:bodyPr>
          <a:lstStyle/>
          <a:p>
            <a:pPr>
              <a:lnSpc>
                <a:spcPts val="1183"/>
              </a:lnSpc>
              <a:spcBef>
                <a:spcPts val="0"/>
              </a:spcBef>
              <a:spcAft>
                <a:spcPts val="0"/>
              </a:spcAft>
              <a:defRPr sz="1019" b="0">
                <a:solidFill>
                  <a:srgbClr val="52627C"/>
                </a:solidFill>
                <a:latin typeface="Arial"/>
              </a:defRPr>
            </a:pPr>
            <a: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1A43"/>
        </a:solidFill>
        <a:effectLst/>
      </p:bgPr>
    </p:bg>
    <p:spTree>
      <p:nvGrpSpPr>
        <p:cNvPr id="1" name=""/>
        <p:cNvGrpSpPr/>
        <p:nvPr/>
      </p:nvGrpSpPr>
      <p:grpSpPr/>
      <p:sp>
        <p:nvSpPr>
          <p:cNvPr id="2" name="TextBox 1"/>
          <p:cNvSpPr txBox="1"/>
          <p:nvPr/>
        </p:nvSpPr>
        <p:spPr>
          <a:xfrm>
            <a:off x="548640" y="259080"/>
            <a:ext cx="4953000" cy="222504"/>
          </a:xfrm>
          <a:prstGeom prst="rect">
            <a:avLst/>
          </a:prstGeom>
          <a:noFill/>
        </p:spPr>
        <p:txBody>
          <a:bodyPr wrap="none" lIns="0" rIns="0" tIns="0" bIns="0">
            <a:spAutoFit/>
          </a:bodyPr>
          <a:lstStyle/>
          <a:p>
            <a:pPr>
              <a:lnSpc>
                <a:spcPts val="1391"/>
              </a:lnSpc>
              <a:spcBef>
                <a:spcPts val="0"/>
              </a:spcBef>
              <a:spcAft>
                <a:spcPts val="0"/>
              </a:spcAft>
              <a:defRPr sz="1200" b="1">
                <a:solidFill>
                  <a:srgbClr val="7EE4D6"/>
                </a:solidFill>
                <a:latin typeface="Arial"/>
              </a:defRPr>
            </a:pPr>
            <a:r>
              <a:t>HSIYC / MEDIA &amp; PUBLICITY DEPARTMENT</a:t>
            </a:r>
          </a:p>
        </p:txBody>
      </p:sp>
      <p:sp>
        <p:nvSpPr>
          <p:cNvPr id="3" name="TextBox 2"/>
          <p:cNvSpPr txBox="1"/>
          <p:nvPr/>
        </p:nvSpPr>
        <p:spPr>
          <a:xfrm>
            <a:off x="8458200" y="274320"/>
            <a:ext cx="3200400" cy="204825"/>
          </a:xfrm>
          <a:prstGeom prst="rect">
            <a:avLst/>
          </a:prstGeom>
          <a:noFill/>
        </p:spPr>
        <p:txBody>
          <a:bodyPr wrap="none" lIns="0" rIns="0" tIns="0" bIns="0">
            <a:spAutoFit/>
          </a:bodyPr>
          <a:lstStyle/>
          <a:p>
            <a:pPr>
              <a:lnSpc>
                <a:spcPts val="1252"/>
              </a:lnSpc>
              <a:spcBef>
                <a:spcPts val="0"/>
              </a:spcBef>
              <a:spcAft>
                <a:spcPts val="0"/>
              </a:spcAft>
              <a:defRPr sz="1080" b="0">
                <a:solidFill>
                  <a:srgbClr val="C4D3EC"/>
                </a:solidFill>
                <a:latin typeface="Arial"/>
              </a:defRPr>
            </a:pPr>
            <a:r>
              <a:t>08 / A QUICK WALKTHROUGH</a:t>
            </a:r>
          </a:p>
        </p:txBody>
      </p:sp>
      <p:sp>
        <p:nvSpPr>
          <p:cNvPr id="4" name="TextBox 3"/>
          <p:cNvSpPr txBox="1"/>
          <p:nvPr/>
        </p:nvSpPr>
        <p:spPr>
          <a:xfrm>
            <a:off x="548640" y="853440"/>
            <a:ext cx="10668000" cy="222504"/>
          </a:xfrm>
          <a:prstGeom prst="rect">
            <a:avLst/>
          </a:prstGeom>
          <a:noFill/>
        </p:spPr>
        <p:txBody>
          <a:bodyPr wrap="none" lIns="0" rIns="0" tIns="0" bIns="0">
            <a:spAutoFit/>
          </a:bodyPr>
          <a:lstStyle/>
          <a:p>
            <a:pPr>
              <a:lnSpc>
                <a:spcPts val="1391"/>
              </a:lnSpc>
              <a:spcBef>
                <a:spcPts val="0"/>
              </a:spcBef>
              <a:spcAft>
                <a:spcPts val="0"/>
              </a:spcAft>
              <a:defRPr sz="1200" b="1">
                <a:solidFill>
                  <a:srgbClr val="7EE4D6"/>
                </a:solidFill>
                <a:latin typeface="Arial"/>
              </a:defRPr>
            </a:pPr>
            <a:r>
              <a:t>A SHORT PATH FROM CURIOSITY TO PARTICIPATION</a:t>
            </a:r>
          </a:p>
        </p:txBody>
      </p:sp>
      <p:sp>
        <p:nvSpPr>
          <p:cNvPr id="5" name="TextBox 4"/>
          <p:cNvSpPr txBox="1"/>
          <p:nvPr/>
        </p:nvSpPr>
        <p:spPr>
          <a:xfrm>
            <a:off x="548640" y="1165860"/>
            <a:ext cx="11049000" cy="595122"/>
          </a:xfrm>
          <a:prstGeom prst="rect">
            <a:avLst/>
          </a:prstGeom>
          <a:noFill/>
        </p:spPr>
        <p:txBody>
          <a:bodyPr wrap="none" lIns="0" rIns="0" tIns="0" bIns="0">
            <a:spAutoFit/>
          </a:bodyPr>
          <a:lstStyle/>
          <a:p>
            <a:pPr>
              <a:lnSpc>
                <a:spcPts val="4326"/>
              </a:lnSpc>
              <a:spcBef>
                <a:spcPts val="0"/>
              </a:spcBef>
              <a:spcAft>
                <a:spcPts val="0"/>
              </a:spcAft>
              <a:defRPr sz="4200" b="1">
                <a:solidFill>
                  <a:srgbClr val="F7F6EF"/>
                </a:solidFill>
                <a:latin typeface="Arial"/>
              </a:defRPr>
            </a:pPr>
            <a:r>
              <a:t>DISCOVER. EXPLORE. TAKE PART.</a:t>
            </a:r>
          </a:p>
        </p:txBody>
      </p:sp>
      <p:pic>
        <p:nvPicPr>
          <p:cNvPr id="6" name="Picture 5" descr="activities.png"/>
          <p:cNvPicPr>
            <a:picLocks noChangeAspect="1"/>
          </p:cNvPicPr>
          <p:nvPr/>
        </p:nvPicPr>
        <p:blipFill>
          <a:blip r:embed="rId2"/>
          <a:srcRect/>
          <a:stretch>
            <a:fillRect/>
          </a:stretch>
        </p:blipFill>
        <p:spPr>
          <a:xfrm>
            <a:off x="683025" y="2209800"/>
            <a:ext cx="6589228" cy="3619500"/>
          </a:xfrm>
          <a:prstGeom prst="rect">
            <a:avLst/>
          </a:prstGeom>
        </p:spPr>
      </p:pic>
      <p:sp>
        <p:nvSpPr>
          <p:cNvPr id="7" name="TextBox 6"/>
          <p:cNvSpPr txBox="1"/>
          <p:nvPr/>
        </p:nvSpPr>
        <p:spPr>
          <a:xfrm>
            <a:off x="7772400" y="2286000"/>
            <a:ext cx="609600" cy="346252"/>
          </a:xfrm>
          <a:prstGeom prst="rect">
            <a:avLst/>
          </a:prstGeom>
          <a:noFill/>
        </p:spPr>
        <p:txBody>
          <a:bodyPr wrap="none" lIns="0" rIns="0" tIns="0" bIns="0">
            <a:spAutoFit/>
          </a:bodyPr>
          <a:lstStyle/>
          <a:p>
            <a:pPr>
              <a:lnSpc>
                <a:spcPts val="2366"/>
              </a:lnSpc>
              <a:spcBef>
                <a:spcPts val="0"/>
              </a:spcBef>
              <a:spcAft>
                <a:spcPts val="0"/>
              </a:spcAft>
              <a:defRPr sz="2039" b="1">
                <a:solidFill>
                  <a:srgbClr val="7EE4D6"/>
                </a:solidFill>
                <a:latin typeface="Arial"/>
              </a:defRPr>
            </a:pPr>
            <a:r>
              <a:t>01</a:t>
            </a:r>
          </a:p>
        </p:txBody>
      </p:sp>
      <p:sp>
        <p:nvSpPr>
          <p:cNvPr id="8" name="TextBox 7"/>
          <p:cNvSpPr txBox="1"/>
          <p:nvPr/>
        </p:nvSpPr>
        <p:spPr>
          <a:xfrm>
            <a:off x="8412480" y="2286000"/>
            <a:ext cx="3230880" cy="310896"/>
          </a:xfrm>
          <a:prstGeom prst="rect">
            <a:avLst/>
          </a:prstGeom>
          <a:noFill/>
        </p:spPr>
        <p:txBody>
          <a:bodyPr wrap="none" lIns="0" rIns="0" tIns="0" bIns="0">
            <a:spAutoFit/>
          </a:bodyPr>
          <a:lstStyle/>
          <a:p>
            <a:pPr>
              <a:lnSpc>
                <a:spcPts val="2088"/>
              </a:lnSpc>
              <a:spcBef>
                <a:spcPts val="0"/>
              </a:spcBef>
              <a:spcAft>
                <a:spcPts val="0"/>
              </a:spcAft>
              <a:defRPr sz="1800" b="1">
                <a:solidFill>
                  <a:srgbClr val="F7F6EF"/>
                </a:solidFill>
                <a:latin typeface="Arial"/>
              </a:defRPr>
            </a:pPr>
            <a:r>
              <a:t>Browse and filter</a:t>
            </a:r>
          </a:p>
        </p:txBody>
      </p:sp>
      <p:sp>
        <p:nvSpPr>
          <p:cNvPr id="9" name="TextBox 8"/>
          <p:cNvSpPr txBox="1"/>
          <p:nvPr/>
        </p:nvSpPr>
        <p:spPr>
          <a:xfrm>
            <a:off x="8412480" y="2667000"/>
            <a:ext cx="3200400" cy="266700"/>
          </a:xfrm>
          <a:prstGeom prst="rect">
            <a:avLst/>
          </a:prstGeom>
          <a:noFill/>
        </p:spPr>
        <p:txBody>
          <a:bodyPr wrap="none" lIns="0" rIns="0" tIns="0" bIns="0">
            <a:spAutoFit/>
          </a:bodyPr>
          <a:lstStyle/>
          <a:p>
            <a:pPr>
              <a:lnSpc>
                <a:spcPts val="1739"/>
              </a:lnSpc>
              <a:spcBef>
                <a:spcPts val="0"/>
              </a:spcBef>
              <a:spcAft>
                <a:spcPts val="0"/>
              </a:spcAft>
              <a:defRPr sz="1500" b="0">
                <a:solidFill>
                  <a:srgbClr val="C4D3EC"/>
                </a:solidFill>
                <a:latin typeface="Arial"/>
              </a:defRPr>
            </a:pPr>
            <a:r>
              <a:t>Choose a category or a team group.</a:t>
            </a:r>
          </a:p>
        </p:txBody>
      </p:sp>
      <p:sp>
        <p:nvSpPr>
          <p:cNvPr id="10" name="TextBox 9"/>
          <p:cNvSpPr txBox="1"/>
          <p:nvPr/>
        </p:nvSpPr>
        <p:spPr>
          <a:xfrm>
            <a:off x="7772400" y="3375660"/>
            <a:ext cx="609600" cy="346252"/>
          </a:xfrm>
          <a:prstGeom prst="rect">
            <a:avLst/>
          </a:prstGeom>
          <a:noFill/>
        </p:spPr>
        <p:txBody>
          <a:bodyPr wrap="none" lIns="0" rIns="0" tIns="0" bIns="0">
            <a:spAutoFit/>
          </a:bodyPr>
          <a:lstStyle/>
          <a:p>
            <a:pPr>
              <a:lnSpc>
                <a:spcPts val="2366"/>
              </a:lnSpc>
              <a:spcBef>
                <a:spcPts val="0"/>
              </a:spcBef>
              <a:spcAft>
                <a:spcPts val="0"/>
              </a:spcAft>
              <a:defRPr sz="2039" b="1">
                <a:solidFill>
                  <a:srgbClr val="7EE4D6"/>
                </a:solidFill>
                <a:latin typeface="Arial"/>
              </a:defRPr>
            </a:pPr>
            <a:r>
              <a:t>02</a:t>
            </a:r>
          </a:p>
        </p:txBody>
      </p:sp>
      <p:sp>
        <p:nvSpPr>
          <p:cNvPr id="11" name="TextBox 10"/>
          <p:cNvSpPr txBox="1"/>
          <p:nvPr/>
        </p:nvSpPr>
        <p:spPr>
          <a:xfrm>
            <a:off x="8412480" y="3375660"/>
            <a:ext cx="3230880" cy="310896"/>
          </a:xfrm>
          <a:prstGeom prst="rect">
            <a:avLst/>
          </a:prstGeom>
          <a:noFill/>
        </p:spPr>
        <p:txBody>
          <a:bodyPr wrap="none" lIns="0" rIns="0" tIns="0" bIns="0">
            <a:spAutoFit/>
          </a:bodyPr>
          <a:lstStyle/>
          <a:p>
            <a:pPr>
              <a:lnSpc>
                <a:spcPts val="2088"/>
              </a:lnSpc>
              <a:spcBef>
                <a:spcPts val="0"/>
              </a:spcBef>
              <a:spcAft>
                <a:spcPts val="0"/>
              </a:spcAft>
              <a:defRPr sz="1800" b="1">
                <a:solidFill>
                  <a:srgbClr val="F7F6EF"/>
                </a:solidFill>
                <a:latin typeface="Arial"/>
              </a:defRPr>
            </a:pPr>
            <a:r>
              <a:t>Open the details</a:t>
            </a:r>
          </a:p>
        </p:txBody>
      </p:sp>
      <p:sp>
        <p:nvSpPr>
          <p:cNvPr id="12" name="TextBox 11"/>
          <p:cNvSpPr txBox="1"/>
          <p:nvPr/>
        </p:nvSpPr>
        <p:spPr>
          <a:xfrm>
            <a:off x="8412480" y="3756660"/>
            <a:ext cx="3200400" cy="487680"/>
          </a:xfrm>
          <a:prstGeom prst="rect">
            <a:avLst/>
          </a:prstGeom>
          <a:noFill/>
        </p:spPr>
        <p:txBody>
          <a:bodyPr wrap="none" lIns="0" rIns="0" tIns="0" bIns="0">
            <a:spAutoFit/>
          </a:bodyPr>
          <a:lstStyle/>
          <a:p>
            <a:pPr>
              <a:lnSpc>
                <a:spcPts val="1739"/>
              </a:lnSpc>
              <a:spcBef>
                <a:spcPts val="0"/>
              </a:spcBef>
              <a:spcAft>
                <a:spcPts val="0"/>
              </a:spcAft>
              <a:defRPr sz="1500" b="0">
                <a:solidFill>
                  <a:srgbClr val="C4D3EC"/>
                </a:solidFill>
                <a:latin typeface="Arial"/>
              </a:defRPr>
            </a:pPr>
            <a:r>
              <a:t>Read activity, profile, and plan</a:t>
            </a:r>
          </a:p>
          <a:p>
            <a:pPr>
              <a:lnSpc>
                <a:spcPts val="1739"/>
              </a:lnSpc>
              <a:spcBef>
                <a:spcPts val="0"/>
              </a:spcBef>
              <a:spcAft>
                <a:spcPts val="0"/>
              </a:spcAft>
              <a:defRPr sz="1500" b="0">
                <a:solidFill>
                  <a:srgbClr val="C4D3EC"/>
                </a:solidFill>
                <a:latin typeface="Arial"/>
              </a:defRPr>
            </a:pPr>
            <a:r>
              <a:t>dialogs.</a:t>
            </a:r>
          </a:p>
        </p:txBody>
      </p:sp>
      <p:sp>
        <p:nvSpPr>
          <p:cNvPr id="13" name="TextBox 12"/>
          <p:cNvSpPr txBox="1"/>
          <p:nvPr/>
        </p:nvSpPr>
        <p:spPr>
          <a:xfrm>
            <a:off x="7772400" y="4465320"/>
            <a:ext cx="609600" cy="346252"/>
          </a:xfrm>
          <a:prstGeom prst="rect">
            <a:avLst/>
          </a:prstGeom>
          <a:noFill/>
        </p:spPr>
        <p:txBody>
          <a:bodyPr wrap="none" lIns="0" rIns="0" tIns="0" bIns="0">
            <a:spAutoFit/>
          </a:bodyPr>
          <a:lstStyle/>
          <a:p>
            <a:pPr>
              <a:lnSpc>
                <a:spcPts val="2366"/>
              </a:lnSpc>
              <a:spcBef>
                <a:spcPts val="0"/>
              </a:spcBef>
              <a:spcAft>
                <a:spcPts val="0"/>
              </a:spcAft>
              <a:defRPr sz="2039" b="1">
                <a:solidFill>
                  <a:srgbClr val="7EE4D6"/>
                </a:solidFill>
                <a:latin typeface="Arial"/>
              </a:defRPr>
            </a:pPr>
            <a:r>
              <a:t>03</a:t>
            </a:r>
          </a:p>
        </p:txBody>
      </p:sp>
      <p:sp>
        <p:nvSpPr>
          <p:cNvPr id="14" name="TextBox 13"/>
          <p:cNvSpPr txBox="1"/>
          <p:nvPr/>
        </p:nvSpPr>
        <p:spPr>
          <a:xfrm>
            <a:off x="8412480" y="4465320"/>
            <a:ext cx="3230880" cy="310896"/>
          </a:xfrm>
          <a:prstGeom prst="rect">
            <a:avLst/>
          </a:prstGeom>
          <a:noFill/>
        </p:spPr>
        <p:txBody>
          <a:bodyPr wrap="none" lIns="0" rIns="0" tIns="0" bIns="0">
            <a:spAutoFit/>
          </a:bodyPr>
          <a:lstStyle/>
          <a:p>
            <a:pPr>
              <a:lnSpc>
                <a:spcPts val="2088"/>
              </a:lnSpc>
              <a:spcBef>
                <a:spcPts val="0"/>
              </a:spcBef>
              <a:spcAft>
                <a:spcPts val="0"/>
              </a:spcAft>
              <a:defRPr sz="1800" b="1">
                <a:solidFill>
                  <a:srgbClr val="F7F6EF"/>
                </a:solidFill>
                <a:latin typeface="Arial"/>
              </a:defRPr>
            </a:pPr>
            <a:r>
              <a:t>Find your place</a:t>
            </a:r>
          </a:p>
        </p:txBody>
      </p:sp>
      <p:sp>
        <p:nvSpPr>
          <p:cNvPr id="15" name="TextBox 14"/>
          <p:cNvSpPr txBox="1"/>
          <p:nvPr/>
        </p:nvSpPr>
        <p:spPr>
          <a:xfrm>
            <a:off x="8412480" y="4846320"/>
            <a:ext cx="3200400" cy="487680"/>
          </a:xfrm>
          <a:prstGeom prst="rect">
            <a:avLst/>
          </a:prstGeom>
          <a:noFill/>
        </p:spPr>
        <p:txBody>
          <a:bodyPr wrap="none" lIns="0" rIns="0" tIns="0" bIns="0">
            <a:spAutoFit/>
          </a:bodyPr>
          <a:lstStyle/>
          <a:p>
            <a:pPr>
              <a:lnSpc>
                <a:spcPts val="1739"/>
              </a:lnSpc>
              <a:spcBef>
                <a:spcPts val="0"/>
              </a:spcBef>
              <a:spcAft>
                <a:spcPts val="0"/>
              </a:spcAft>
              <a:defRPr sz="1500" b="0">
                <a:solidFill>
                  <a:srgbClr val="C4D3EC"/>
                </a:solidFill>
                <a:latin typeface="Arial"/>
              </a:defRPr>
            </a:pPr>
            <a:r>
              <a:t>Create and download a personal</a:t>
            </a:r>
          </a:p>
          <a:p>
            <a:pPr>
              <a:lnSpc>
                <a:spcPts val="1739"/>
              </a:lnSpc>
              <a:spcBef>
                <a:spcPts val="0"/>
              </a:spcBef>
              <a:spcAft>
                <a:spcPts val="0"/>
              </a:spcAft>
              <a:defRPr sz="1500" b="0">
                <a:solidFill>
                  <a:srgbClr val="C4D3EC"/>
                </a:solidFill>
                <a:latin typeface="Arial"/>
              </a:defRPr>
            </a:pPr>
            <a:r>
              <a:t>introduction.</a:t>
            </a:r>
          </a:p>
        </p:txBody>
      </p:sp>
      <p:sp>
        <p:nvSpPr>
          <p:cNvPr id="16" name="Rounded Rectangle 15"/>
          <p:cNvSpPr/>
          <p:nvPr/>
        </p:nvSpPr>
        <p:spPr>
          <a:xfrm>
            <a:off x="7734300" y="5669280"/>
            <a:ext cx="3909060" cy="464820"/>
          </a:xfrm>
          <a:prstGeom prst="roundRect">
            <a:avLst>
              <a:gd name="adj" fmla="val 8000"/>
            </a:avLst>
          </a:prstGeom>
          <a:solidFill>
            <a:srgbClr val="19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48600" y="5775960"/>
            <a:ext cx="3619500" cy="416966"/>
          </a:xfrm>
          <a:prstGeom prst="rect">
            <a:avLst/>
          </a:prstGeom>
          <a:noFill/>
        </p:spPr>
        <p:txBody>
          <a:bodyPr wrap="none" lIns="0" rIns="0" tIns="0" bIns="0">
            <a:spAutoFit/>
          </a:bodyPr>
          <a:lstStyle/>
          <a:p>
            <a:pPr>
              <a:lnSpc>
                <a:spcPts val="1461"/>
              </a:lnSpc>
              <a:spcBef>
                <a:spcPts val="0"/>
              </a:spcBef>
              <a:spcAft>
                <a:spcPts val="0"/>
              </a:spcAft>
              <a:defRPr sz="1260" b="0">
                <a:solidFill>
                  <a:srgbClr val="C4D3EC"/>
                </a:solidFill>
                <a:latin typeface="Arial"/>
              </a:defRPr>
            </a:pPr>
            <a:r>
              <a:t>Introductions download locally; they are not</a:t>
            </a:r>
          </a:p>
          <a:p>
            <a:pPr>
              <a:lnSpc>
                <a:spcPts val="1461"/>
              </a:lnSpc>
              <a:spcBef>
                <a:spcPts val="0"/>
              </a:spcBef>
              <a:spcAft>
                <a:spcPts val="0"/>
              </a:spcAft>
              <a:defRPr sz="1260" b="0">
                <a:solidFill>
                  <a:srgbClr val="C4D3EC"/>
                </a:solidFill>
                <a:latin typeface="Arial"/>
              </a:defRPr>
            </a:pPr>
            <a:r>
              <a:t>submitted.</a:t>
            </a:r>
          </a:p>
        </p:txBody>
      </p:sp>
      <p:sp>
        <p:nvSpPr>
          <p:cNvPr id="18" name="Rectangle 17"/>
          <p:cNvSpPr/>
          <p:nvPr/>
        </p:nvSpPr>
        <p:spPr>
          <a:xfrm>
            <a:off x="548640" y="6400800"/>
            <a:ext cx="11094720" cy="7620"/>
          </a:xfrm>
          <a:prstGeom prst="rect">
            <a:avLst/>
          </a:prstGeom>
          <a:solidFill>
            <a:srgbClr val="34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5100"/>
            <a:ext cx="6477000" cy="195986"/>
          </a:xfrm>
          <a:prstGeom prst="rect">
            <a:avLst/>
          </a:prstGeom>
          <a:noFill/>
        </p:spPr>
        <p:txBody>
          <a:bodyPr wrap="none" lIns="0" rIns="0" tIns="0" bIns="0">
            <a:spAutoFit/>
          </a:bodyPr>
          <a:lstStyle/>
          <a:p>
            <a:pPr>
              <a:lnSpc>
                <a:spcPts val="1183"/>
              </a:lnSpc>
              <a:spcBef>
                <a:spcPts val="0"/>
              </a:spcBef>
              <a:spcAft>
                <a:spcPts val="0"/>
              </a:spcAft>
              <a:defRPr sz="1019" b="0">
                <a:solidFill>
                  <a:srgbClr val="C4D3EC"/>
                </a:solidFill>
                <a:latin typeface="Arial"/>
              </a:defRPr>
            </a:pPr>
            <a:r>
              <a:t>PEOPLE. STORIES. POSSIBILITIES.</a:t>
            </a:r>
          </a:p>
        </p:txBody>
      </p:sp>
      <p:sp>
        <p:nvSpPr>
          <p:cNvPr id="20" name="TextBox 19"/>
          <p:cNvSpPr txBox="1"/>
          <p:nvPr/>
        </p:nvSpPr>
        <p:spPr>
          <a:xfrm>
            <a:off x="10896600" y="6515100"/>
            <a:ext cx="762000" cy="195986"/>
          </a:xfrm>
          <a:prstGeom prst="rect">
            <a:avLst/>
          </a:prstGeom>
          <a:noFill/>
        </p:spPr>
        <p:txBody>
          <a:bodyPr wrap="none" lIns="0" rIns="0" tIns="0" bIns="0">
            <a:spAutoFit/>
          </a:bodyPr>
          <a:lstStyle/>
          <a:p>
            <a:pPr>
              <a:lnSpc>
                <a:spcPts val="1183"/>
              </a:lnSpc>
              <a:spcBef>
                <a:spcPts val="0"/>
              </a:spcBef>
              <a:spcAft>
                <a:spcPts val="0"/>
              </a:spcAft>
              <a:defRPr sz="1019" b="0">
                <a:solidFill>
                  <a:srgbClr val="C4D3EC"/>
                </a:solidFill>
                <a:latin typeface="Arial"/>
              </a:defRPr>
            </a:pPr>
            <a: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91A43"/>
        </a:solidFill>
        <a:effectLst/>
      </p:bgPr>
    </p:bg>
    <p:spTree>
      <p:nvGrpSpPr>
        <p:cNvPr id="1" name=""/>
        <p:cNvGrpSpPr/>
        <p:nvPr/>
      </p:nvGrpSpPr>
      <p:grpSpPr/>
      <p:sp>
        <p:nvSpPr>
          <p:cNvPr id="2" name="TextBox 1"/>
          <p:cNvSpPr txBox="1"/>
          <p:nvPr/>
        </p:nvSpPr>
        <p:spPr>
          <a:xfrm>
            <a:off x="548640" y="259080"/>
            <a:ext cx="4953000" cy="222504"/>
          </a:xfrm>
          <a:prstGeom prst="rect">
            <a:avLst/>
          </a:prstGeom>
          <a:noFill/>
        </p:spPr>
        <p:txBody>
          <a:bodyPr wrap="none" lIns="0" rIns="0" tIns="0" bIns="0">
            <a:spAutoFit/>
          </a:bodyPr>
          <a:lstStyle/>
          <a:p>
            <a:pPr>
              <a:lnSpc>
                <a:spcPts val="1391"/>
              </a:lnSpc>
              <a:spcBef>
                <a:spcPts val="0"/>
              </a:spcBef>
              <a:spcAft>
                <a:spcPts val="0"/>
              </a:spcAft>
              <a:defRPr sz="1200" b="1">
                <a:solidFill>
                  <a:srgbClr val="7EE4D6"/>
                </a:solidFill>
                <a:latin typeface="Arial"/>
              </a:defRPr>
            </a:pPr>
            <a:r>
              <a:t>HSIYC / MEDIA &amp; PUBLICITY DEPARTMENT</a:t>
            </a:r>
          </a:p>
        </p:txBody>
      </p:sp>
      <p:sp>
        <p:nvSpPr>
          <p:cNvPr id="3" name="TextBox 2"/>
          <p:cNvSpPr txBox="1"/>
          <p:nvPr/>
        </p:nvSpPr>
        <p:spPr>
          <a:xfrm>
            <a:off x="8458200" y="274320"/>
            <a:ext cx="3200400" cy="204825"/>
          </a:xfrm>
          <a:prstGeom prst="rect">
            <a:avLst/>
          </a:prstGeom>
          <a:noFill/>
        </p:spPr>
        <p:txBody>
          <a:bodyPr wrap="none" lIns="0" rIns="0" tIns="0" bIns="0">
            <a:spAutoFit/>
          </a:bodyPr>
          <a:lstStyle/>
          <a:p>
            <a:pPr>
              <a:lnSpc>
                <a:spcPts val="1252"/>
              </a:lnSpc>
              <a:spcBef>
                <a:spcPts val="0"/>
              </a:spcBef>
              <a:spcAft>
                <a:spcPts val="0"/>
              </a:spcAft>
              <a:defRPr sz="1080" b="0">
                <a:solidFill>
                  <a:srgbClr val="C4D3EC"/>
                </a:solidFill>
                <a:latin typeface="Arial"/>
              </a:defRPr>
            </a:pPr>
            <a:r>
              <a:t>09 / THE NEXT CHAPTER</a:t>
            </a:r>
          </a:p>
        </p:txBody>
      </p:sp>
      <p:pic>
        <p:nvPicPr>
          <p:cNvPr id="4" name="Picture 3" descr="scene-workshop.png"/>
          <p:cNvPicPr>
            <a:picLocks noChangeAspect="1"/>
          </p:cNvPicPr>
          <p:nvPr/>
        </p:nvPicPr>
        <p:blipFill>
          <a:blip r:embed="rId2"/>
          <a:srcRect t="74" b="74"/>
          <a:stretch>
            <a:fillRect/>
          </a:stretch>
        </p:blipFill>
        <p:spPr>
          <a:xfrm>
            <a:off x="6515100" y="1143000"/>
            <a:ext cx="5128260" cy="3413760"/>
          </a:xfrm>
          <a:prstGeom prst="rect">
            <a:avLst/>
          </a:prstGeom>
        </p:spPr>
      </p:pic>
      <p:sp>
        <p:nvSpPr>
          <p:cNvPr id="5" name="TextBox 4"/>
          <p:cNvSpPr txBox="1"/>
          <p:nvPr/>
        </p:nvSpPr>
        <p:spPr>
          <a:xfrm>
            <a:off x="548640" y="975360"/>
            <a:ext cx="5638800" cy="222504"/>
          </a:xfrm>
          <a:prstGeom prst="rect">
            <a:avLst/>
          </a:prstGeom>
          <a:noFill/>
        </p:spPr>
        <p:txBody>
          <a:bodyPr wrap="none" lIns="0" rIns="0" tIns="0" bIns="0">
            <a:spAutoFit/>
          </a:bodyPr>
          <a:lstStyle/>
          <a:p>
            <a:pPr>
              <a:lnSpc>
                <a:spcPts val="1391"/>
              </a:lnSpc>
              <a:spcBef>
                <a:spcPts val="0"/>
              </a:spcBef>
              <a:spcAft>
                <a:spcPts val="0"/>
              </a:spcAft>
              <a:defRPr sz="1200" b="1">
                <a:solidFill>
                  <a:srgbClr val="7EE4D6"/>
                </a:solidFill>
                <a:latin typeface="Arial"/>
              </a:defRPr>
            </a:pPr>
            <a:r>
              <a:t>THE WEBSITE IS LIVE</a:t>
            </a:r>
          </a:p>
        </p:txBody>
      </p:sp>
      <p:sp>
        <p:nvSpPr>
          <p:cNvPr id="6" name="TextBox 5"/>
          <p:cNvSpPr txBox="1"/>
          <p:nvPr/>
        </p:nvSpPr>
        <p:spPr>
          <a:xfrm>
            <a:off x="548640" y="1402080"/>
            <a:ext cx="5905500" cy="1234440"/>
          </a:xfrm>
          <a:prstGeom prst="rect">
            <a:avLst/>
          </a:prstGeom>
          <a:noFill/>
        </p:spPr>
        <p:txBody>
          <a:bodyPr wrap="none" lIns="0" rIns="0" tIns="0" bIns="0">
            <a:spAutoFit/>
          </a:bodyPr>
          <a:lstStyle/>
          <a:p>
            <a:pPr>
              <a:lnSpc>
                <a:spcPts val="4680"/>
              </a:lnSpc>
              <a:spcBef>
                <a:spcPts val="0"/>
              </a:spcBef>
              <a:spcAft>
                <a:spcPts val="0"/>
              </a:spcAft>
              <a:defRPr sz="4500" b="1">
                <a:solidFill>
                  <a:srgbClr val="F7F6EF"/>
                </a:solidFill>
                <a:latin typeface="Arial"/>
              </a:defRPr>
            </a:pPr>
            <a:r>
              <a:t>A SHARED SPACE.</a:t>
            </a:r>
          </a:p>
          <a:p>
            <a:pPr>
              <a:lnSpc>
                <a:spcPts val="4680"/>
              </a:lnSpc>
              <a:spcBef>
                <a:spcPts val="0"/>
              </a:spcBef>
              <a:spcAft>
                <a:spcPts val="0"/>
              </a:spcAft>
              <a:defRPr sz="4500" b="1">
                <a:solidFill>
                  <a:srgbClr val="F7F6EF"/>
                </a:solidFill>
                <a:latin typeface="Arial"/>
              </a:defRPr>
            </a:pPr>
            <a:r>
              <a:t>READY TO GROW.</a:t>
            </a:r>
          </a:p>
        </p:txBody>
      </p:sp>
      <p:sp>
        <p:nvSpPr>
          <p:cNvPr id="7" name="TextBox 6"/>
          <p:cNvSpPr txBox="1"/>
          <p:nvPr/>
        </p:nvSpPr>
        <p:spPr>
          <a:xfrm>
            <a:off x="579120" y="2964180"/>
            <a:ext cx="5486400" cy="659892"/>
          </a:xfrm>
          <a:prstGeom prst="rect">
            <a:avLst/>
          </a:prstGeom>
          <a:noFill/>
        </p:spPr>
        <p:txBody>
          <a:bodyPr wrap="none" lIns="0" rIns="0" tIns="0" bIns="0">
            <a:spAutoFit/>
          </a:bodyPr>
          <a:lstStyle/>
          <a:p>
            <a:pPr>
              <a:lnSpc>
                <a:spcPts val="2418"/>
              </a:lnSpc>
              <a:spcBef>
                <a:spcPts val="0"/>
              </a:spcBef>
              <a:spcAft>
                <a:spcPts val="0"/>
              </a:spcAft>
              <a:defRPr sz="1859" b="0">
                <a:solidFill>
                  <a:srgbClr val="C4D3EC"/>
                </a:solidFill>
                <a:latin typeface="Arial"/>
              </a:defRPr>
            </a:pPr>
            <a:r>
              <a:t>The design is in place.</a:t>
            </a:r>
          </a:p>
          <a:p>
            <a:pPr>
              <a:lnSpc>
                <a:spcPts val="2418"/>
              </a:lnSpc>
              <a:spcBef>
                <a:spcPts val="0"/>
              </a:spcBef>
              <a:spcAft>
                <a:spcPts val="0"/>
              </a:spcAft>
              <a:defRPr sz="1859" b="0">
                <a:solidFill>
                  <a:srgbClr val="C4D3EC"/>
                </a:solidFill>
                <a:latin typeface="Arial"/>
              </a:defRPr>
            </a:pPr>
            <a:r>
              <a:t>The next step is making the content your own.</a:t>
            </a:r>
          </a:p>
        </p:txBody>
      </p:sp>
      <p:sp>
        <p:nvSpPr>
          <p:cNvPr id="8" name="TextBox 7"/>
          <p:cNvSpPr txBox="1"/>
          <p:nvPr/>
        </p:nvSpPr>
        <p:spPr>
          <a:xfrm>
            <a:off x="579120" y="3992879"/>
            <a:ext cx="5638800" cy="284378"/>
          </a:xfrm>
          <a:prstGeom prst="rect">
            <a:avLst/>
          </a:prstGeom>
          <a:noFill/>
        </p:spPr>
        <p:txBody>
          <a:bodyPr wrap="none" lIns="0" rIns="0" tIns="0" bIns="0">
            <a:spAutoFit/>
          </a:bodyPr>
          <a:lstStyle/>
          <a:p>
            <a:pPr>
              <a:lnSpc>
                <a:spcPts val="1879"/>
              </a:lnSpc>
              <a:spcBef>
                <a:spcPts val="0"/>
              </a:spcBef>
              <a:spcAft>
                <a:spcPts val="0"/>
              </a:spcAft>
              <a:defRPr sz="1620" b="0">
                <a:solidFill>
                  <a:srgbClr val="F7F6EF"/>
                </a:solidFill>
                <a:latin typeface="Arial"/>
              </a:defRPr>
            </a:pPr>
            <a:r>
              <a:t>01 Add confirmed member names and profiles.</a:t>
            </a:r>
          </a:p>
        </p:txBody>
      </p:sp>
      <p:sp>
        <p:nvSpPr>
          <p:cNvPr id="9" name="TextBox 8"/>
          <p:cNvSpPr txBox="1"/>
          <p:nvPr/>
        </p:nvSpPr>
        <p:spPr>
          <a:xfrm>
            <a:off x="579120" y="4434840"/>
            <a:ext cx="5638800" cy="284378"/>
          </a:xfrm>
          <a:prstGeom prst="rect">
            <a:avLst/>
          </a:prstGeom>
          <a:noFill/>
        </p:spPr>
        <p:txBody>
          <a:bodyPr wrap="none" lIns="0" rIns="0" tIns="0" bIns="0">
            <a:spAutoFit/>
          </a:bodyPr>
          <a:lstStyle/>
          <a:p>
            <a:pPr>
              <a:lnSpc>
                <a:spcPts val="1879"/>
              </a:lnSpc>
              <a:spcBef>
                <a:spcPts val="0"/>
              </a:spcBef>
              <a:spcAft>
                <a:spcPts val="0"/>
              </a:spcAft>
              <a:defRPr sz="1620" b="0">
                <a:solidFill>
                  <a:srgbClr val="F7F6EF"/>
                </a:solidFill>
                <a:latin typeface="Arial"/>
              </a:defRPr>
            </a:pPr>
            <a:r>
              <a:t>02 Approve activities, the plan, and the vision.</a:t>
            </a:r>
          </a:p>
        </p:txBody>
      </p:sp>
      <p:sp>
        <p:nvSpPr>
          <p:cNvPr id="10" name="TextBox 9"/>
          <p:cNvSpPr txBox="1"/>
          <p:nvPr/>
        </p:nvSpPr>
        <p:spPr>
          <a:xfrm>
            <a:off x="579120" y="4876800"/>
            <a:ext cx="5638800" cy="284378"/>
          </a:xfrm>
          <a:prstGeom prst="rect">
            <a:avLst/>
          </a:prstGeom>
          <a:noFill/>
        </p:spPr>
        <p:txBody>
          <a:bodyPr wrap="none" lIns="0" rIns="0" tIns="0" bIns="0">
            <a:spAutoFit/>
          </a:bodyPr>
          <a:lstStyle/>
          <a:p>
            <a:pPr>
              <a:lnSpc>
                <a:spcPts val="1879"/>
              </a:lnSpc>
              <a:spcBef>
                <a:spcPts val="0"/>
              </a:spcBef>
              <a:spcAft>
                <a:spcPts val="0"/>
              </a:spcAft>
              <a:defRPr sz="1620" b="0">
                <a:solidFill>
                  <a:srgbClr val="F7F6EF"/>
                </a:solidFill>
                <a:latin typeface="Arial"/>
              </a:defRPr>
            </a:pPr>
            <a:r>
              <a:t>03 Connect an official joining/contact channel.</a:t>
            </a:r>
          </a:p>
        </p:txBody>
      </p:sp>
      <p:sp>
        <p:nvSpPr>
          <p:cNvPr id="11" name="Rounded Rectangle 10"/>
          <p:cNvSpPr/>
          <p:nvPr/>
        </p:nvSpPr>
        <p:spPr>
          <a:xfrm>
            <a:off x="579120" y="5600700"/>
            <a:ext cx="2575560" cy="472440"/>
          </a:xfrm>
          <a:prstGeom prst="roundRect">
            <a:avLst>
              <a:gd name="adj" fmla="val 8000"/>
            </a:avLst>
          </a:prstGeom>
          <a:solidFill>
            <a:srgbClr val="7EE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745480"/>
            <a:ext cx="2324100" cy="231343"/>
          </a:xfrm>
          <a:prstGeom prst="rect">
            <a:avLst/>
          </a:prstGeom>
          <a:noFill/>
        </p:spPr>
        <p:txBody>
          <a:bodyPr wrap="none" lIns="0" rIns="0" tIns="0" bIns="0">
            <a:spAutoFit/>
          </a:bodyPr>
          <a:lstStyle/>
          <a:p>
            <a:pPr>
              <a:lnSpc>
                <a:spcPts val="1461"/>
              </a:lnSpc>
              <a:spcBef>
                <a:spcPts val="0"/>
              </a:spcBef>
              <a:spcAft>
                <a:spcPts val="0"/>
              </a:spcAft>
              <a:defRPr sz="1260" b="1">
                <a:solidFill>
                  <a:srgbClr val="091A43"/>
                </a:solidFill>
                <a:latin typeface="Arial"/>
              </a:defRPr>
            </a:pPr>
            <a:r>
              <a:rPr>
                <a:hlinkClick r:id="rId3"/>
              </a:rPr>
              <a:t>OPEN THE LIVE WEBSITE →</a:t>
            </a:r>
          </a:p>
        </p:txBody>
      </p:sp>
      <p:sp>
        <p:nvSpPr>
          <p:cNvPr id="13" name="TextBox 12"/>
          <p:cNvSpPr txBox="1"/>
          <p:nvPr/>
        </p:nvSpPr>
        <p:spPr>
          <a:xfrm>
            <a:off x="3543300" y="5768340"/>
            <a:ext cx="7962900" cy="266700"/>
          </a:xfrm>
          <a:prstGeom prst="rect">
            <a:avLst/>
          </a:prstGeom>
          <a:noFill/>
        </p:spPr>
        <p:txBody>
          <a:bodyPr wrap="none" lIns="0" rIns="0" tIns="0" bIns="0">
            <a:spAutoFit/>
          </a:bodyPr>
          <a:lstStyle/>
          <a:p>
            <a:pPr>
              <a:lnSpc>
                <a:spcPts val="1739"/>
              </a:lnSpc>
              <a:spcBef>
                <a:spcPts val="0"/>
              </a:spcBef>
              <a:spcAft>
                <a:spcPts val="0"/>
              </a:spcAft>
              <a:defRPr sz="1500" b="0">
                <a:solidFill>
                  <a:srgbClr val="7EE4D6"/>
                </a:solidFill>
                <a:latin typeface="Arial"/>
              </a:defRPr>
            </a:pPr>
            <a:r>
              <a:rPr>
                <a:hlinkClick r:id="rId3"/>
              </a:rPr>
              <a:t>sami124-coder.github.io/Media-department-/</a:t>
            </a:r>
          </a:p>
        </p:txBody>
      </p:sp>
      <p:sp>
        <p:nvSpPr>
          <p:cNvPr id="14" name="Rectangle 13"/>
          <p:cNvSpPr/>
          <p:nvPr/>
        </p:nvSpPr>
        <p:spPr>
          <a:xfrm>
            <a:off x="548640" y="6400800"/>
            <a:ext cx="11094720" cy="7620"/>
          </a:xfrm>
          <a:prstGeom prst="rect">
            <a:avLst/>
          </a:prstGeom>
          <a:solidFill>
            <a:srgbClr val="34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515100"/>
            <a:ext cx="6477000" cy="195986"/>
          </a:xfrm>
          <a:prstGeom prst="rect">
            <a:avLst/>
          </a:prstGeom>
          <a:noFill/>
        </p:spPr>
        <p:txBody>
          <a:bodyPr wrap="none" lIns="0" rIns="0" tIns="0" bIns="0">
            <a:spAutoFit/>
          </a:bodyPr>
          <a:lstStyle/>
          <a:p>
            <a:pPr>
              <a:lnSpc>
                <a:spcPts val="1183"/>
              </a:lnSpc>
              <a:spcBef>
                <a:spcPts val="0"/>
              </a:spcBef>
              <a:spcAft>
                <a:spcPts val="0"/>
              </a:spcAft>
              <a:defRPr sz="1019" b="0">
                <a:solidFill>
                  <a:srgbClr val="C4D3EC"/>
                </a:solidFill>
                <a:latin typeface="Arial"/>
              </a:defRPr>
            </a:pPr>
            <a:r>
              <a:t>PEOPLE. STORIES. POSSIBILITIES.</a:t>
            </a:r>
          </a:p>
        </p:txBody>
      </p:sp>
      <p:sp>
        <p:nvSpPr>
          <p:cNvPr id="16" name="TextBox 15"/>
          <p:cNvSpPr txBox="1"/>
          <p:nvPr/>
        </p:nvSpPr>
        <p:spPr>
          <a:xfrm>
            <a:off x="10896600" y="6515100"/>
            <a:ext cx="762000" cy="195986"/>
          </a:xfrm>
          <a:prstGeom prst="rect">
            <a:avLst/>
          </a:prstGeom>
          <a:noFill/>
        </p:spPr>
        <p:txBody>
          <a:bodyPr wrap="none" lIns="0" rIns="0" tIns="0" bIns="0">
            <a:spAutoFit/>
          </a:bodyPr>
          <a:lstStyle/>
          <a:p>
            <a:pPr>
              <a:lnSpc>
                <a:spcPts val="1183"/>
              </a:lnSpc>
              <a:spcBef>
                <a:spcPts val="0"/>
              </a:spcBef>
              <a:spcAft>
                <a:spcPts val="0"/>
              </a:spcAft>
              <a:defRPr sz="1019" b="0">
                <a:solidFill>
                  <a:srgbClr val="C4D3EC"/>
                </a:solidFill>
                <a:latin typeface="Arial"/>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HSIYC | Media Department Website</dc:title>
  <dc:subject>Website overview, visual identity, features, and content plan</dc:subject>
  <dc:creator>HSIYC Media &amp; Publicity Department</dc:creator>
  <cp:keywords>HSIYC, website, media, visual identity</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